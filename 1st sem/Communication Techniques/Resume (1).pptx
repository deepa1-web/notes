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63" r:id="rId3"/>
    <p:sldId id="258" r:id="rId4"/>
    <p:sldId id="259" r:id="rId5"/>
    <p:sldId id="262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2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438912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4500" b="1" dirty="0" smtClean="0"/>
              <a:t>           Curriculum Vitae</a:t>
            </a:r>
          </a:p>
          <a:p>
            <a:endParaRPr lang="en-US" b="1" dirty="0" smtClean="0"/>
          </a:p>
          <a:p>
            <a:endParaRPr lang="en-US" b="1" dirty="0"/>
          </a:p>
          <a:p>
            <a:r>
              <a:rPr lang="en-US" b="1" dirty="0" err="1" smtClean="0"/>
              <a:t>Mr.Rohit</a:t>
            </a:r>
            <a:r>
              <a:rPr lang="en-US" b="1" dirty="0" smtClean="0"/>
              <a:t> </a:t>
            </a:r>
            <a:r>
              <a:rPr lang="en-US" b="1" dirty="0" err="1"/>
              <a:t>KumarJoshi</a:t>
            </a:r>
            <a:endParaRPr lang="en-US" dirty="0"/>
          </a:p>
          <a:p>
            <a:r>
              <a:rPr lang="en-US" dirty="0" err="1"/>
              <a:t>Dhangadhi</a:t>
            </a:r>
            <a:r>
              <a:rPr lang="en-US" dirty="0"/>
              <a:t> 10 </a:t>
            </a:r>
            <a:r>
              <a:rPr lang="en-US" dirty="0" err="1"/>
              <a:t>Kailali</a:t>
            </a:r>
            <a:r>
              <a:rPr lang="en-US" dirty="0"/>
              <a:t>, Nepal</a:t>
            </a:r>
          </a:p>
          <a:p>
            <a:r>
              <a:rPr lang="en-US" dirty="0"/>
              <a:t>Contact No: </a:t>
            </a:r>
            <a:r>
              <a:rPr lang="en-US" dirty="0" err="1"/>
              <a:t>9848xxxxxx</a:t>
            </a:r>
            <a:r>
              <a:rPr lang="en-US" dirty="0"/>
              <a:t> 091-</a:t>
            </a:r>
            <a:r>
              <a:rPr lang="en-US" dirty="0" err="1"/>
              <a:t>xxxxxx</a:t>
            </a:r>
            <a:endParaRPr lang="en-US" dirty="0"/>
          </a:p>
          <a:p>
            <a:r>
              <a:rPr lang="en-US" dirty="0"/>
              <a:t>E-mail: </a:t>
            </a:r>
            <a:r>
              <a:rPr lang="en-US" dirty="0" err="1"/>
              <a:t>Joshirohit@xxxx</a:t>
            </a:r>
            <a:r>
              <a:rPr lang="en-US" dirty="0"/>
              <a:t>			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u="sng" dirty="0" smtClean="0"/>
              <a:t>   Career Objective</a:t>
            </a:r>
            <a:endParaRPr lang="en-US" dirty="0" smtClean="0"/>
          </a:p>
          <a:p>
            <a:pPr lvl="0"/>
            <a:r>
              <a:rPr lang="en-US" dirty="0" smtClean="0"/>
              <a:t>To </a:t>
            </a:r>
            <a:r>
              <a:rPr lang="en-US" dirty="0"/>
              <a:t>obtain a challenging and demanding job in interactive environment that will further enhance my knowledge and skills.</a:t>
            </a:r>
          </a:p>
          <a:p>
            <a:pPr lvl="0"/>
            <a:r>
              <a:rPr lang="en-US" dirty="0"/>
              <a:t>To work in a firm with a professional work driven environment where I can utilize and apply my knowledge, skills and experience which would enable me as a fresh graduate to grow while fulfilling organizational goals.</a:t>
            </a:r>
          </a:p>
          <a:p>
            <a:pPr lvl="0"/>
            <a:r>
              <a:rPr lang="en-US" dirty="0"/>
              <a:t>To pursue my career with an organization where there are opportunities to work on challenging assignments, learn, grow and contribute towards the </a:t>
            </a:r>
            <a:r>
              <a:rPr lang="en-US" dirty="0" smtClean="0"/>
              <a:t>achievements </a:t>
            </a:r>
            <a:r>
              <a:rPr lang="en-US" dirty="0"/>
              <a:t>of organization's mission and carve a niche for myself in my field to give a new dimension to my career</a:t>
            </a:r>
            <a:r>
              <a:rPr lang="en-US" dirty="0" smtClean="0"/>
              <a:t>.</a:t>
            </a:r>
          </a:p>
          <a:p>
            <a:pPr lvl="0"/>
            <a:r>
              <a:rPr lang="en-US" dirty="0" smtClean="0"/>
              <a:t>To pursue the career in a professional working driven environment by applying  overall knowledge, skill and experience for achieving  an organization’s mission.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5019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4389120"/>
          </a:xfrm>
        </p:spPr>
        <p:txBody>
          <a:bodyPr>
            <a:normAutofit fontScale="85000" lnSpcReduction="10000"/>
          </a:bodyPr>
          <a:lstStyle/>
          <a:p>
            <a:r>
              <a:rPr lang="en-US" b="1" u="sng" dirty="0"/>
              <a:t>Personal Detail</a:t>
            </a:r>
            <a:endParaRPr lang="en-US" dirty="0"/>
          </a:p>
          <a:p>
            <a:r>
              <a:rPr lang="en-US" dirty="0"/>
              <a:t>Date of Birth 			: </a:t>
            </a:r>
            <a:r>
              <a:rPr lang="en-US" dirty="0" smtClean="0"/>
              <a:t>25</a:t>
            </a:r>
            <a:r>
              <a:rPr lang="en-US" baseline="30000" dirty="0" smtClean="0"/>
              <a:t>th</a:t>
            </a:r>
            <a:r>
              <a:rPr lang="en-US" dirty="0" smtClean="0"/>
              <a:t> </a:t>
            </a:r>
            <a:r>
              <a:rPr lang="en-US" dirty="0"/>
              <a:t>Baisakh 2045.</a:t>
            </a:r>
          </a:p>
          <a:p>
            <a:r>
              <a:rPr lang="en-US" b="1" dirty="0" smtClean="0"/>
              <a:t> </a:t>
            </a:r>
            <a:r>
              <a:rPr lang="en-US" dirty="0"/>
              <a:t>Father's Name		: 		xyz</a:t>
            </a:r>
          </a:p>
          <a:p>
            <a:r>
              <a:rPr lang="en-US" dirty="0"/>
              <a:t>Nationality 			:		Nepali</a:t>
            </a:r>
          </a:p>
          <a:p>
            <a:r>
              <a:rPr lang="en-US" dirty="0"/>
              <a:t>Religion			:		Hindu</a:t>
            </a:r>
          </a:p>
          <a:p>
            <a:r>
              <a:rPr lang="en-US" dirty="0"/>
              <a:t>Sex 			           : 		Male/female</a:t>
            </a:r>
          </a:p>
          <a:p>
            <a:r>
              <a:rPr lang="en-US" dirty="0"/>
              <a:t>Marital Status                     :                   Unmarried/married</a:t>
            </a:r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dirty="0"/>
              <a:t>Permanent Address 	: 	       xyz </a:t>
            </a:r>
            <a:r>
              <a:rPr lang="en-US" dirty="0" err="1"/>
              <a:t>VDC9</a:t>
            </a:r>
            <a:r>
              <a:rPr lang="en-US" dirty="0"/>
              <a:t>  xyz district, Nepal</a:t>
            </a:r>
          </a:p>
          <a:p>
            <a:r>
              <a:rPr lang="en-US" dirty="0"/>
              <a:t>Current Address 	           : 		</a:t>
            </a:r>
            <a:r>
              <a:rPr lang="en-US" dirty="0" err="1"/>
              <a:t>Dhangadhi</a:t>
            </a:r>
            <a:r>
              <a:rPr lang="en-US" dirty="0"/>
              <a:t> 4, </a:t>
            </a:r>
            <a:r>
              <a:rPr lang="en-US" dirty="0" err="1"/>
              <a:t>Kailali</a:t>
            </a:r>
            <a:r>
              <a:rPr lang="en-US" dirty="0"/>
              <a:t>, Nepal</a:t>
            </a:r>
          </a:p>
          <a:p>
            <a:r>
              <a:rPr lang="en-US" dirty="0"/>
              <a:t>Language proficiency          :                    Nepali, English, </a:t>
            </a:r>
            <a:r>
              <a:rPr lang="en-US" dirty="0" smtClean="0"/>
              <a:t>Hindi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269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4993954"/>
              </p:ext>
            </p:extLst>
          </p:nvPr>
        </p:nvGraphicFramePr>
        <p:xfrm>
          <a:off x="2103755" y="1371600"/>
          <a:ext cx="4936490" cy="1682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3015"/>
                <a:gridCol w="1549400"/>
                <a:gridCol w="1188085"/>
                <a:gridCol w="935990"/>
              </a:tblGrid>
              <a:tr h="2794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     Degree </a:t>
                      </a:r>
                      <a:endParaRPr lang="en-US" sz="1600" dirty="0">
                        <a:effectLst/>
                        <a:latin typeface="Calibri"/>
                        <a:ea typeface="Times New Roman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institution/University</a:t>
                      </a:r>
                      <a:endParaRPr lang="en-US" sz="1600">
                        <a:effectLst/>
                        <a:latin typeface="Calibri"/>
                        <a:ea typeface="Times New Roman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   Passed year</a:t>
                      </a:r>
                      <a:endParaRPr lang="en-US" sz="1600">
                        <a:effectLst/>
                        <a:latin typeface="Calibri"/>
                        <a:ea typeface="Times New Roman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Division</a:t>
                      </a:r>
                      <a:endParaRPr lang="en-US" sz="1600">
                        <a:effectLst/>
                        <a:latin typeface="Calibri"/>
                        <a:ea typeface="Times New Roman"/>
                        <a:cs typeface="Mangal"/>
                      </a:endParaRPr>
                    </a:p>
                  </a:txBody>
                  <a:tcPr marL="68580" marR="68580" marT="0" marB="0"/>
                </a:tc>
              </a:tr>
              <a:tr h="4965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M. A. Major sub</a:t>
                      </a:r>
                      <a:endParaRPr lang="en-US" sz="1600" dirty="0">
                        <a:effectLst/>
                        <a:latin typeface="Calibri"/>
                        <a:ea typeface="Times New Roman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Tribhuvan</a:t>
                      </a:r>
                      <a:r>
                        <a:rPr lang="en-US" sz="1600" dirty="0">
                          <a:effectLst/>
                        </a:rPr>
                        <a:t> University Nepal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600" dirty="0">
                        <a:effectLst/>
                        <a:latin typeface="Calibri"/>
                        <a:ea typeface="Times New Roman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     2072 BS</a:t>
                      </a:r>
                      <a:endParaRPr lang="en-US" sz="1600" dirty="0">
                        <a:effectLst/>
                        <a:latin typeface="Calibri"/>
                        <a:ea typeface="Times New Roman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First. </a:t>
                      </a:r>
                      <a:endParaRPr lang="en-US" sz="1600" dirty="0">
                        <a:effectLst/>
                        <a:latin typeface="Calibri"/>
                        <a:ea typeface="Times New Roman"/>
                        <a:cs typeface="Mangal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103438" y="895291"/>
            <a:ext cx="4790992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Arial" pitchFamily="34" charset="0"/>
                <a:cs typeface="Mangal" pitchFamily="18" charset="0"/>
              </a:rPr>
              <a:t>Academic Qualification Profile: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055667"/>
              </p:ext>
            </p:extLst>
          </p:nvPr>
        </p:nvGraphicFramePr>
        <p:xfrm>
          <a:off x="2571750" y="2510790"/>
          <a:ext cx="4000500" cy="11216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3015"/>
                <a:gridCol w="1549400"/>
                <a:gridCol w="1188085"/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B.A. Major sub</a:t>
                      </a:r>
                      <a:endParaRPr lang="en-US" sz="1600" dirty="0">
                        <a:effectLst/>
                        <a:latin typeface="Calibri"/>
                        <a:ea typeface="Times New Roman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Tribhuvan</a:t>
                      </a:r>
                      <a:r>
                        <a:rPr lang="en-US" sz="1600" dirty="0">
                          <a:effectLst/>
                        </a:rPr>
                        <a:t> University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Nepal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600" dirty="0">
                        <a:effectLst/>
                        <a:latin typeface="Calibri"/>
                        <a:ea typeface="Times New Roman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     2066- 2069 BS</a:t>
                      </a:r>
                      <a:endParaRPr lang="en-US" sz="1600" dirty="0">
                        <a:effectLst/>
                        <a:latin typeface="Calibri"/>
                        <a:ea typeface="Times New Roman"/>
                        <a:cs typeface="Mangal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133162"/>
              </p:ext>
            </p:extLst>
          </p:nvPr>
        </p:nvGraphicFramePr>
        <p:xfrm>
          <a:off x="2103755" y="3276600"/>
          <a:ext cx="4936490" cy="19629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3015"/>
                <a:gridCol w="1549400"/>
                <a:gridCol w="1188085"/>
                <a:gridCol w="935990"/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I.A</a:t>
                      </a:r>
                      <a:r>
                        <a:rPr lang="en-US" sz="1600" dirty="0">
                          <a:effectLst/>
                        </a:rPr>
                        <a:t>. Major sub</a:t>
                      </a:r>
                      <a:endParaRPr lang="en-US" sz="1600" dirty="0">
                        <a:effectLst/>
                        <a:latin typeface="Calibri"/>
                        <a:ea typeface="Times New Roman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Higher Secondary Education Board, Nepal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600">
                        <a:effectLst/>
                        <a:latin typeface="Calibri"/>
                        <a:ea typeface="Times New Roman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      2065 BS</a:t>
                      </a:r>
                      <a:endParaRPr lang="en-US" sz="1600">
                        <a:effectLst/>
                        <a:latin typeface="Calibri"/>
                        <a:ea typeface="Times New Roman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First.</a:t>
                      </a:r>
                      <a:endParaRPr lang="en-US" sz="1600">
                        <a:effectLst/>
                        <a:latin typeface="Calibri"/>
                        <a:ea typeface="Times New Roman"/>
                        <a:cs typeface="Mangal"/>
                      </a:endParaRPr>
                    </a:p>
                  </a:txBody>
                  <a:tcPr marL="68580" marR="68580" marT="0" marB="0"/>
                </a:tc>
              </a:tr>
              <a:tr h="43942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   </a:t>
                      </a:r>
                      <a:r>
                        <a:rPr lang="en-US" sz="1600" dirty="0" err="1">
                          <a:effectLst/>
                        </a:rPr>
                        <a:t>S.LC</a:t>
                      </a:r>
                      <a:r>
                        <a:rPr lang="en-US" sz="1600" dirty="0">
                          <a:effectLst/>
                        </a:rPr>
                        <a:t>.</a:t>
                      </a:r>
                      <a:endParaRPr lang="en-US" sz="1600" dirty="0">
                        <a:effectLst/>
                        <a:latin typeface="Calibri"/>
                        <a:ea typeface="Times New Roman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SLC</a:t>
                      </a:r>
                      <a:r>
                        <a:rPr lang="en-US" sz="1600" dirty="0">
                          <a:effectLst/>
                        </a:rPr>
                        <a:t> Board , Nepal</a:t>
                      </a:r>
                      <a:endParaRPr lang="en-US" sz="1600" dirty="0">
                        <a:effectLst/>
                        <a:latin typeface="Calibri"/>
                        <a:ea typeface="Times New Roman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      First</a:t>
                      </a:r>
                      <a:endParaRPr lang="en-US" sz="1600" dirty="0">
                        <a:effectLst/>
                        <a:latin typeface="Calibri"/>
                        <a:ea typeface="Times New Roman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2063B.S</a:t>
                      </a:r>
                      <a:r>
                        <a:rPr lang="en-US" sz="1600" dirty="0">
                          <a:effectLst/>
                        </a:rPr>
                        <a:t>.</a:t>
                      </a:r>
                      <a:endParaRPr lang="en-US" sz="1600" dirty="0">
                        <a:effectLst/>
                        <a:latin typeface="Calibri"/>
                        <a:ea typeface="Times New Roman"/>
                        <a:cs typeface="Mangal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103438" y="349885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sng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kumimoji="0" 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961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4389120"/>
          </a:xfrm>
        </p:spPr>
        <p:txBody>
          <a:bodyPr>
            <a:normAutofit/>
          </a:bodyPr>
          <a:lstStyle/>
          <a:p>
            <a:r>
              <a:rPr lang="en-US" b="1" u="sng" dirty="0" smtClean="0"/>
              <a:t>Professional </a:t>
            </a:r>
            <a:r>
              <a:rPr lang="en-US" b="1" u="sng" dirty="0"/>
              <a:t>Experiences</a:t>
            </a:r>
            <a:endParaRPr lang="en-US" dirty="0"/>
          </a:p>
          <a:p>
            <a:pPr lvl="0"/>
            <a:r>
              <a:rPr lang="en-US" dirty="0"/>
              <a:t>Worked as xyz post at xyz Organization xyz location   from date, month, year  to date, month, year.</a:t>
            </a:r>
          </a:p>
          <a:p>
            <a:pPr lvl="0"/>
            <a:r>
              <a:rPr lang="en-US" dirty="0"/>
              <a:t>Worked as Community Hygienic and Sanitation facilitator at Community Rural Development Society (</a:t>
            </a:r>
            <a:r>
              <a:rPr lang="en-US" dirty="0" err="1"/>
              <a:t>CRDS</a:t>
            </a:r>
            <a:r>
              <a:rPr lang="en-US" dirty="0"/>
              <a:t>) in </a:t>
            </a:r>
            <a:r>
              <a:rPr lang="en-US" dirty="0" err="1"/>
              <a:t>Mahendranagar</a:t>
            </a:r>
            <a:r>
              <a:rPr lang="en-US" dirty="0"/>
              <a:t> under the Safe WASH-ii Project from 1</a:t>
            </a:r>
            <a:r>
              <a:rPr lang="en-US" baseline="30000" dirty="0"/>
              <a:t>st</a:t>
            </a:r>
            <a:r>
              <a:rPr lang="en-US" dirty="0"/>
              <a:t> AShwin 2071 to 30</a:t>
            </a:r>
            <a:r>
              <a:rPr lang="en-US" baseline="30000" dirty="0"/>
              <a:t>th</a:t>
            </a:r>
            <a:r>
              <a:rPr lang="en-US" dirty="0"/>
              <a:t> Ashad 2073. </a:t>
            </a:r>
          </a:p>
          <a:p>
            <a:pPr lvl="0"/>
            <a:r>
              <a:rPr lang="en-US" dirty="0"/>
              <a:t>Nine months work experience as a social mobilizer on Poverty Alleviation Fund ( </a:t>
            </a:r>
            <a:r>
              <a:rPr lang="en-US" dirty="0" err="1"/>
              <a:t>PAF</a:t>
            </a:r>
            <a:r>
              <a:rPr lang="en-US" dirty="0"/>
              <a:t>) ( </a:t>
            </a:r>
            <a:r>
              <a:rPr lang="en-US" dirty="0" err="1"/>
              <a:t>NNSWA</a:t>
            </a:r>
            <a:r>
              <a:rPr lang="en-US" dirty="0"/>
              <a:t> ) </a:t>
            </a:r>
            <a:r>
              <a:rPr lang="en-US" dirty="0" err="1"/>
              <a:t>Mahendranagar</a:t>
            </a:r>
            <a:r>
              <a:rPr lang="en-US" dirty="0"/>
              <a:t>, Nepal.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429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43891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Trainings</a:t>
            </a:r>
            <a:r>
              <a:rPr lang="en-US" dirty="0"/>
              <a:t> </a:t>
            </a:r>
          </a:p>
          <a:p>
            <a:pPr lvl="0"/>
            <a:r>
              <a:rPr lang="en-US" dirty="0"/>
              <a:t>One week training about xyz post in xyz district jointly launched by UNICEF and </a:t>
            </a:r>
            <a:r>
              <a:rPr lang="en-US" dirty="0" err="1"/>
              <a:t>UNFPA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Six months computer training at vocational and Skill Development Training Center in </a:t>
            </a:r>
            <a:r>
              <a:rPr lang="en-US" dirty="0" err="1"/>
              <a:t>kanchanpur</a:t>
            </a:r>
            <a:r>
              <a:rPr lang="en-US" dirty="0"/>
              <a:t> Nepal.</a:t>
            </a:r>
          </a:p>
          <a:p>
            <a:pPr lvl="0"/>
            <a:r>
              <a:rPr lang="en-US" dirty="0"/>
              <a:t>Advanced level English language course at…………English language </a:t>
            </a:r>
            <a:r>
              <a:rPr lang="en-US" dirty="0" err="1"/>
              <a:t>centre</a:t>
            </a:r>
            <a:r>
              <a:rPr lang="en-US" dirty="0"/>
              <a:t> in </a:t>
            </a:r>
            <a:r>
              <a:rPr lang="en-US" dirty="0" err="1"/>
              <a:t>Kanchanpur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Advanced level computer course at……..computer institute.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464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43891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u="sng" dirty="0" smtClean="0"/>
              <a:t>       Strengths</a:t>
            </a:r>
            <a:endParaRPr lang="en-US" sz="2400" dirty="0"/>
          </a:p>
          <a:p>
            <a:pPr lvl="0"/>
            <a:r>
              <a:rPr lang="en-US" sz="2400" dirty="0"/>
              <a:t>Ability to cope up with different situations.</a:t>
            </a:r>
          </a:p>
          <a:p>
            <a:pPr lvl="0"/>
            <a:r>
              <a:rPr lang="en-US" sz="2400" dirty="0"/>
              <a:t>Risk bearing capacity.</a:t>
            </a:r>
          </a:p>
          <a:p>
            <a:pPr lvl="0"/>
            <a:r>
              <a:rPr lang="en-US" sz="2400" dirty="0"/>
              <a:t>Capable to work in multicultural environment.</a:t>
            </a:r>
          </a:p>
          <a:p>
            <a:pPr lvl="0"/>
            <a:r>
              <a:rPr lang="en-US" sz="2400" dirty="0"/>
              <a:t>Positive Attitude and committed with higher level of dedication.</a:t>
            </a:r>
          </a:p>
          <a:p>
            <a:pPr lvl="0"/>
            <a:r>
              <a:rPr lang="en-US" sz="2400" dirty="0"/>
              <a:t>Commitment to work, energetic, enterprising and highly responsible.</a:t>
            </a:r>
          </a:p>
          <a:p>
            <a:pPr lvl="0"/>
            <a:r>
              <a:rPr lang="en-US" sz="2400" dirty="0"/>
              <a:t>Strong Analytical  &amp;  communication Skills.</a:t>
            </a:r>
          </a:p>
          <a:p>
            <a:pPr lvl="0"/>
            <a:r>
              <a:rPr lang="en-US" sz="2400" dirty="0"/>
              <a:t>Ability to work independently with minimum supervision in a team environment.</a:t>
            </a:r>
          </a:p>
          <a:p>
            <a:pPr lvl="0"/>
            <a:r>
              <a:rPr lang="en-US" sz="2400" dirty="0"/>
              <a:t> Good Interpersonal skills, goal oriented and hard working to learn </a:t>
            </a:r>
            <a:r>
              <a:rPr lang="en-US" sz="2400" dirty="0" smtClean="0"/>
              <a:t>new technologies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602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4389120"/>
          </a:xfrm>
        </p:spPr>
        <p:txBody>
          <a:bodyPr>
            <a:noAutofit/>
          </a:bodyPr>
          <a:lstStyle/>
          <a:p>
            <a:r>
              <a:rPr lang="en-US" sz="1400" b="1" u="sng" dirty="0" smtClean="0"/>
              <a:t>         </a:t>
            </a:r>
            <a:r>
              <a:rPr lang="en-US" sz="1600" b="1" u="sng" dirty="0" smtClean="0"/>
              <a:t>    Hobbies</a:t>
            </a:r>
            <a:r>
              <a:rPr lang="en-US" sz="1600" dirty="0"/>
              <a:t> </a:t>
            </a:r>
          </a:p>
          <a:p>
            <a:pPr lvl="0"/>
            <a:r>
              <a:rPr lang="en-US" sz="1600" dirty="0"/>
              <a:t>Leading a busy life.</a:t>
            </a:r>
          </a:p>
          <a:p>
            <a:pPr lvl="0"/>
            <a:r>
              <a:rPr lang="en-US" sz="1600" dirty="0"/>
              <a:t>Keen interest on creative and practical work.</a:t>
            </a:r>
          </a:p>
          <a:p>
            <a:pPr lvl="0"/>
            <a:r>
              <a:rPr lang="en-US" sz="1600" dirty="0" smtClean="0"/>
              <a:t> </a:t>
            </a:r>
            <a:r>
              <a:rPr lang="en-US" sz="1600" dirty="0"/>
              <a:t>Helping the helpless</a:t>
            </a:r>
          </a:p>
          <a:p>
            <a:pPr lvl="0"/>
            <a:r>
              <a:rPr lang="en-US" sz="1600" dirty="0"/>
              <a:t>Reading newspapers, fictions, dramas. </a:t>
            </a:r>
          </a:p>
          <a:p>
            <a:pPr lvl="0"/>
            <a:r>
              <a:rPr lang="en-US" sz="1600" dirty="0"/>
              <a:t>Singing </a:t>
            </a:r>
            <a:r>
              <a:rPr lang="en-US" sz="1600" dirty="0" smtClean="0"/>
              <a:t>songs</a:t>
            </a:r>
            <a:r>
              <a:rPr lang="en-US" sz="1600" dirty="0"/>
              <a:t>.</a:t>
            </a:r>
          </a:p>
          <a:p>
            <a:pPr lvl="0"/>
            <a:r>
              <a:rPr lang="en-US" sz="1600" dirty="0"/>
              <a:t>Exploring new places and events.</a:t>
            </a:r>
          </a:p>
          <a:p>
            <a:pPr lvl="0"/>
            <a:r>
              <a:rPr lang="en-US" sz="1600" dirty="0"/>
              <a:t>Travelling and trekking.</a:t>
            </a:r>
          </a:p>
          <a:p>
            <a:pPr lvl="0"/>
            <a:r>
              <a:rPr lang="en-US" sz="1600" dirty="0"/>
              <a:t>Playing football, chess, badminton etc.</a:t>
            </a:r>
          </a:p>
          <a:p>
            <a:pPr marL="0" indent="0">
              <a:buNone/>
            </a:pPr>
            <a:r>
              <a:rPr lang="en-US" sz="1600" dirty="0"/>
              <a:t>  </a:t>
            </a:r>
          </a:p>
          <a:p>
            <a:r>
              <a:rPr lang="en-US" sz="1600" b="1" u="sng" dirty="0"/>
              <a:t>References</a:t>
            </a:r>
            <a:endParaRPr lang="en-US" sz="1600" dirty="0"/>
          </a:p>
          <a:p>
            <a:pPr lvl="0"/>
            <a:r>
              <a:rPr lang="en-US" sz="1600" dirty="0" err="1"/>
              <a:t>Mr</a:t>
            </a:r>
            <a:r>
              <a:rPr lang="en-US" sz="1600" dirty="0"/>
              <a:t> </a:t>
            </a:r>
            <a:r>
              <a:rPr lang="en-US" sz="1600" dirty="0" err="1"/>
              <a:t>Bhaskar</a:t>
            </a:r>
            <a:r>
              <a:rPr lang="en-US" sz="1600" dirty="0"/>
              <a:t> </a:t>
            </a:r>
            <a:r>
              <a:rPr lang="en-US" sz="1600" dirty="0" err="1"/>
              <a:t>Bhattari</a:t>
            </a:r>
            <a:r>
              <a:rPr lang="en-US" sz="1600" dirty="0"/>
              <a:t> </a:t>
            </a:r>
          </a:p>
          <a:p>
            <a:r>
              <a:rPr lang="en-US" sz="1600" dirty="0"/>
              <a:t>District coordinator (</a:t>
            </a:r>
            <a:r>
              <a:rPr lang="en-US" sz="1600" dirty="0" err="1"/>
              <a:t>NNSWA</a:t>
            </a:r>
            <a:r>
              <a:rPr lang="en-US" sz="1600" dirty="0"/>
              <a:t>) </a:t>
            </a:r>
            <a:r>
              <a:rPr lang="en-US" sz="1600" dirty="0" err="1"/>
              <a:t>Mahendranagar</a:t>
            </a:r>
            <a:r>
              <a:rPr lang="en-US" sz="1600" dirty="0"/>
              <a:t>, </a:t>
            </a:r>
            <a:r>
              <a:rPr lang="en-US" sz="1600" dirty="0" err="1"/>
              <a:t>Kanchanpur</a:t>
            </a:r>
            <a:endParaRPr lang="en-US" sz="1600" dirty="0"/>
          </a:p>
          <a:p>
            <a:r>
              <a:rPr lang="en-US" sz="1600" dirty="0"/>
              <a:t>Contact No: </a:t>
            </a:r>
            <a:r>
              <a:rPr lang="en-US" sz="1600" dirty="0" err="1"/>
              <a:t>9759xxxxxx</a:t>
            </a:r>
            <a:endParaRPr lang="en-US" sz="1600" dirty="0"/>
          </a:p>
          <a:p>
            <a:pPr lvl="0"/>
            <a:r>
              <a:rPr lang="en-US" sz="1600" dirty="0" err="1"/>
              <a:t>Mrs</a:t>
            </a:r>
            <a:r>
              <a:rPr lang="en-US" sz="1600" dirty="0"/>
              <a:t> </a:t>
            </a:r>
            <a:r>
              <a:rPr lang="en-US" sz="1600" dirty="0" err="1"/>
              <a:t>Nirmala</a:t>
            </a:r>
            <a:r>
              <a:rPr lang="en-US" sz="1600" dirty="0"/>
              <a:t> Joshi </a:t>
            </a:r>
          </a:p>
          <a:p>
            <a:r>
              <a:rPr lang="en-US" sz="1600" dirty="0"/>
              <a:t>Team Leader of xyz project, </a:t>
            </a:r>
            <a:r>
              <a:rPr lang="en-US" sz="1600" dirty="0" err="1"/>
              <a:t>Mahendranagar</a:t>
            </a:r>
            <a:r>
              <a:rPr lang="en-US" sz="1600" dirty="0"/>
              <a:t>, </a:t>
            </a:r>
            <a:r>
              <a:rPr lang="en-US" sz="1600" dirty="0" err="1"/>
              <a:t>Kanchanpur</a:t>
            </a:r>
            <a:endParaRPr lang="en-US" sz="1600" dirty="0"/>
          </a:p>
          <a:p>
            <a:r>
              <a:rPr lang="en-US" sz="1600" dirty="0"/>
              <a:t>Contact No: </a:t>
            </a:r>
            <a:r>
              <a:rPr lang="en-US" sz="1600" dirty="0" err="1" smtClean="0"/>
              <a:t>9848xxxxxx</a:t>
            </a:r>
            <a:endParaRPr lang="en-US" sz="1600" dirty="0" smtClean="0"/>
          </a:p>
          <a:p>
            <a:pPr marL="0" indent="0">
              <a:buNone/>
            </a:pPr>
            <a:r>
              <a:rPr lang="en-US" sz="1600" dirty="0"/>
              <a:t> </a:t>
            </a:r>
          </a:p>
          <a:p>
            <a:r>
              <a:rPr lang="en-US" sz="1600" b="1" u="sng" dirty="0"/>
              <a:t>Declaration</a:t>
            </a:r>
            <a:endParaRPr lang="en-US" sz="1600" dirty="0"/>
          </a:p>
          <a:p>
            <a:r>
              <a:rPr lang="en-US" sz="1600" dirty="0"/>
              <a:t>I hereby declare that all the above furnished information is accurate and authentic to the best of my knowledge.</a:t>
            </a:r>
          </a:p>
          <a:p>
            <a:pPr marL="0" indent="0">
              <a:buNone/>
            </a:pPr>
            <a:r>
              <a:rPr lang="en-US" sz="1600" dirty="0"/>
              <a:t> </a:t>
            </a:r>
          </a:p>
          <a:p>
            <a:pPr marL="0" indent="0">
              <a:buNone/>
            </a:pPr>
            <a:r>
              <a:rPr lang="en-US" sz="1600" dirty="0"/>
              <a:t> </a:t>
            </a:r>
          </a:p>
          <a:p>
            <a:pPr marL="0" indent="0">
              <a:buNone/>
            </a:pPr>
            <a:r>
              <a:rPr lang="en-US" sz="1600" dirty="0"/>
              <a:t> </a:t>
            </a:r>
          </a:p>
          <a:p>
            <a:pPr marL="0" indent="0">
              <a:buNone/>
            </a:pPr>
            <a:r>
              <a:rPr lang="en-US" sz="1600" dirty="0"/>
              <a:t> </a:t>
            </a:r>
          </a:p>
          <a:p>
            <a:r>
              <a:rPr lang="en-US" sz="1600" dirty="0"/>
              <a:t> </a:t>
            </a:r>
          </a:p>
          <a:p>
            <a:r>
              <a:rPr lang="en-US" sz="1400" b="1" dirty="0"/>
              <a:t> </a:t>
            </a:r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41133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43</TotalTime>
  <Words>241</Words>
  <Application>Microsoft Office PowerPoint</Application>
  <PresentationFormat>On-screen Show (4:3)</PresentationFormat>
  <Paragraphs>95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 / Curriculum Vitae</dc:title>
  <dc:creator>JOSHI SHANKAR</dc:creator>
  <cp:lastModifiedBy>lenovo</cp:lastModifiedBy>
  <cp:revision>12</cp:revision>
  <dcterms:created xsi:type="dcterms:W3CDTF">2006-08-16T00:00:00Z</dcterms:created>
  <dcterms:modified xsi:type="dcterms:W3CDTF">2024-12-29T01:25:03Z</dcterms:modified>
</cp:coreProperties>
</file>