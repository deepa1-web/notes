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68" r:id="rId2"/>
    <p:sldId id="258" r:id="rId3"/>
    <p:sldId id="259" r:id="rId4"/>
    <p:sldId id="261" r:id="rId5"/>
    <p:sldId id="262" r:id="rId6"/>
    <p:sldId id="263" r:id="rId7"/>
    <p:sldId id="264"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D7B1DB-8F73-924D-D1E2-98884DBA5936}" v="39" dt="2025-05-01T09:20:00.735"/>
    <p1510:client id="{B995E94B-A822-28E7-3ACF-B2914638F5E2}" v="13" dt="2025-05-01T09:30:16.5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B995E94B-A822-28E7-3ACF-B2914638F5E2}"/>
    <pc:docChg chg="modSld">
      <pc:chgData name="Guest User" userId="" providerId="Windows Live" clId="Web-{B995E94B-A822-28E7-3ACF-B2914638F5E2}" dt="2025-05-01T09:30:16.520" v="12" actId="20577"/>
      <pc:docMkLst>
        <pc:docMk/>
      </pc:docMkLst>
      <pc:sldChg chg="modSp">
        <pc:chgData name="Guest User" userId="" providerId="Windows Live" clId="Web-{B995E94B-A822-28E7-3ACF-B2914638F5E2}" dt="2025-05-01T09:30:16.520" v="12" actId="20577"/>
        <pc:sldMkLst>
          <pc:docMk/>
          <pc:sldMk cId="2670271093" sldId="259"/>
        </pc:sldMkLst>
        <pc:spChg chg="mod">
          <ac:chgData name="Guest User" userId="" providerId="Windows Live" clId="Web-{B995E94B-A822-28E7-3ACF-B2914638F5E2}" dt="2025-05-01T09:30:16.520" v="12" actId="20577"/>
          <ac:spMkLst>
            <pc:docMk/>
            <pc:sldMk cId="2670271093" sldId="259"/>
            <ac:spMk id="3" creationId="{0052E65D-1DA8-DBC0-63D1-2EC187F744E9}"/>
          </ac:spMkLst>
        </pc:spChg>
      </pc:sldChg>
      <pc:sldChg chg="modSp">
        <pc:chgData name="Guest User" userId="" providerId="Windows Live" clId="Web-{B995E94B-A822-28E7-3ACF-B2914638F5E2}" dt="2025-05-01T09:22:57.662" v="6" actId="20577"/>
        <pc:sldMkLst>
          <pc:docMk/>
          <pc:sldMk cId="463796218" sldId="261"/>
        </pc:sldMkLst>
        <pc:spChg chg="mod">
          <ac:chgData name="Guest User" userId="" providerId="Windows Live" clId="Web-{B995E94B-A822-28E7-3ACF-B2914638F5E2}" dt="2025-05-01T09:22:57.662" v="6" actId="20577"/>
          <ac:spMkLst>
            <pc:docMk/>
            <pc:sldMk cId="463796218" sldId="261"/>
            <ac:spMk id="3" creationId="{423A0041-5A9F-FF92-8663-BE0427661D48}"/>
          </ac:spMkLst>
        </pc:spChg>
      </pc:sldChg>
      <pc:sldChg chg="delSp">
        <pc:chgData name="Guest User" userId="" providerId="Windows Live" clId="Web-{B995E94B-A822-28E7-3ACF-B2914638F5E2}" dt="2025-05-01T09:15:16.173" v="0"/>
        <pc:sldMkLst>
          <pc:docMk/>
          <pc:sldMk cId="3650128856" sldId="266"/>
        </pc:sldMkLst>
        <pc:spChg chg="del">
          <ac:chgData name="Guest User" userId="" providerId="Windows Live" clId="Web-{B995E94B-A822-28E7-3ACF-B2914638F5E2}" dt="2025-05-01T09:15:16.173" v="0"/>
          <ac:spMkLst>
            <pc:docMk/>
            <pc:sldMk cId="3650128856" sldId="266"/>
            <ac:spMk id="2" creationId="{FA9E779C-FA12-9BA4-70D4-1714CFEFB6C6}"/>
          </ac:spMkLst>
        </pc:spChg>
      </pc:sldChg>
    </pc:docChg>
  </pc:docChgLst>
  <pc:docChgLst>
    <pc:chgData name="Deepa Paneru" userId="109592e82ad92d31" providerId="LiveId" clId="{10EF64B3-BEA9-49D7-A3A9-F15A98ED1B50}"/>
    <pc:docChg chg="custSel addSld delSld modSld">
      <pc:chgData name="Deepa Paneru" userId="109592e82ad92d31" providerId="LiveId" clId="{10EF64B3-BEA9-49D7-A3A9-F15A98ED1B50}" dt="2025-05-01T08:54:10.017" v="1040" actId="115"/>
      <pc:docMkLst>
        <pc:docMk/>
      </pc:docMkLst>
      <pc:sldChg chg="modSp mod">
        <pc:chgData name="Deepa Paneru" userId="109592e82ad92d31" providerId="LiveId" clId="{10EF64B3-BEA9-49D7-A3A9-F15A98ED1B50}" dt="2025-05-01T07:53:04.911" v="142" actId="20577"/>
        <pc:sldMkLst>
          <pc:docMk/>
          <pc:sldMk cId="1845870140" sldId="258"/>
        </pc:sldMkLst>
        <pc:spChg chg="mod">
          <ac:chgData name="Deepa Paneru" userId="109592e82ad92d31" providerId="LiveId" clId="{10EF64B3-BEA9-49D7-A3A9-F15A98ED1B50}" dt="2025-05-01T07:20:13.461" v="32" actId="115"/>
          <ac:spMkLst>
            <pc:docMk/>
            <pc:sldMk cId="1845870140" sldId="258"/>
            <ac:spMk id="2" creationId="{B578190E-D575-0A65-12E2-77242F697195}"/>
          </ac:spMkLst>
        </pc:spChg>
        <pc:spChg chg="mod">
          <ac:chgData name="Deepa Paneru" userId="109592e82ad92d31" providerId="LiveId" clId="{10EF64B3-BEA9-49D7-A3A9-F15A98ED1B50}" dt="2025-05-01T07:53:04.911" v="142" actId="20577"/>
          <ac:spMkLst>
            <pc:docMk/>
            <pc:sldMk cId="1845870140" sldId="258"/>
            <ac:spMk id="3" creationId="{00496678-2710-C0F2-07FD-D98AD5A98A27}"/>
          </ac:spMkLst>
        </pc:spChg>
      </pc:sldChg>
      <pc:sldChg chg="modSp mod">
        <pc:chgData name="Deepa Paneru" userId="109592e82ad92d31" providerId="LiveId" clId="{10EF64B3-BEA9-49D7-A3A9-F15A98ED1B50}" dt="2025-05-01T08:37:08.346" v="643" actId="113"/>
        <pc:sldMkLst>
          <pc:docMk/>
          <pc:sldMk cId="2670271093" sldId="259"/>
        </pc:sldMkLst>
        <pc:spChg chg="mod">
          <ac:chgData name="Deepa Paneru" userId="109592e82ad92d31" providerId="LiveId" clId="{10EF64B3-BEA9-49D7-A3A9-F15A98ED1B50}" dt="2025-05-01T07:57:37.977" v="152" actId="115"/>
          <ac:spMkLst>
            <pc:docMk/>
            <pc:sldMk cId="2670271093" sldId="259"/>
            <ac:spMk id="2" creationId="{4B3EAA8D-17A5-B356-F98A-48895AB39A27}"/>
          </ac:spMkLst>
        </pc:spChg>
        <pc:spChg chg="mod">
          <ac:chgData name="Deepa Paneru" userId="109592e82ad92d31" providerId="LiveId" clId="{10EF64B3-BEA9-49D7-A3A9-F15A98ED1B50}" dt="2025-05-01T08:37:08.346" v="643" actId="113"/>
          <ac:spMkLst>
            <pc:docMk/>
            <pc:sldMk cId="2670271093" sldId="259"/>
            <ac:spMk id="3" creationId="{0052E65D-1DA8-DBC0-63D1-2EC187F744E9}"/>
          </ac:spMkLst>
        </pc:spChg>
      </pc:sldChg>
      <pc:sldChg chg="del">
        <pc:chgData name="Deepa Paneru" userId="109592e82ad92d31" providerId="LiveId" clId="{10EF64B3-BEA9-49D7-A3A9-F15A98ED1B50}" dt="2025-05-01T08:11:58.456" v="495" actId="2696"/>
        <pc:sldMkLst>
          <pc:docMk/>
          <pc:sldMk cId="2075812507" sldId="260"/>
        </pc:sldMkLst>
      </pc:sldChg>
      <pc:sldChg chg="modSp mod">
        <pc:chgData name="Deepa Paneru" userId="109592e82ad92d31" providerId="LiveId" clId="{10EF64B3-BEA9-49D7-A3A9-F15A98ED1B50}" dt="2025-05-01T08:38:22.243" v="650" actId="113"/>
        <pc:sldMkLst>
          <pc:docMk/>
          <pc:sldMk cId="463796218" sldId="261"/>
        </pc:sldMkLst>
        <pc:spChg chg="mod">
          <ac:chgData name="Deepa Paneru" userId="109592e82ad92d31" providerId="LiveId" clId="{10EF64B3-BEA9-49D7-A3A9-F15A98ED1B50}" dt="2025-05-01T08:33:27.644" v="620" actId="113"/>
          <ac:spMkLst>
            <pc:docMk/>
            <pc:sldMk cId="463796218" sldId="261"/>
            <ac:spMk id="2" creationId="{77122AB9-115B-0B71-E417-1B212F8837D9}"/>
          </ac:spMkLst>
        </pc:spChg>
        <pc:spChg chg="mod">
          <ac:chgData name="Deepa Paneru" userId="109592e82ad92d31" providerId="LiveId" clId="{10EF64B3-BEA9-49D7-A3A9-F15A98ED1B50}" dt="2025-05-01T08:38:22.243" v="650" actId="113"/>
          <ac:spMkLst>
            <pc:docMk/>
            <pc:sldMk cId="463796218" sldId="261"/>
            <ac:spMk id="3" creationId="{423A0041-5A9F-FF92-8663-BE0427661D48}"/>
          </ac:spMkLst>
        </pc:spChg>
      </pc:sldChg>
      <pc:sldChg chg="addSp delSp modSp mod">
        <pc:chgData name="Deepa Paneru" userId="109592e82ad92d31" providerId="LiveId" clId="{10EF64B3-BEA9-49D7-A3A9-F15A98ED1B50}" dt="2025-05-01T08:38:44.351" v="652" actId="113"/>
        <pc:sldMkLst>
          <pc:docMk/>
          <pc:sldMk cId="1570492760" sldId="262"/>
        </pc:sldMkLst>
        <pc:spChg chg="mod">
          <ac:chgData name="Deepa Paneru" userId="109592e82ad92d31" providerId="LiveId" clId="{10EF64B3-BEA9-49D7-A3A9-F15A98ED1B50}" dt="2025-05-01T08:38:44.351" v="652" actId="113"/>
          <ac:spMkLst>
            <pc:docMk/>
            <pc:sldMk cId="1570492760" sldId="262"/>
            <ac:spMk id="3" creationId="{78446C89-AF4D-6C8C-A676-5D77A83BD8B1}"/>
          </ac:spMkLst>
        </pc:spChg>
        <pc:spChg chg="add del mod">
          <ac:chgData name="Deepa Paneru" userId="109592e82ad92d31" providerId="LiveId" clId="{10EF64B3-BEA9-49D7-A3A9-F15A98ED1B50}" dt="2025-05-01T08:36:16.092" v="636"/>
          <ac:spMkLst>
            <pc:docMk/>
            <pc:sldMk cId="1570492760" sldId="262"/>
            <ac:spMk id="7" creationId="{F1CDC99A-3759-7E3D-9CB4-5CCACD7BFEA4}"/>
          </ac:spMkLst>
        </pc:spChg>
      </pc:sldChg>
      <pc:sldChg chg="modSp mod">
        <pc:chgData name="Deepa Paneru" userId="109592e82ad92d31" providerId="LiveId" clId="{10EF64B3-BEA9-49D7-A3A9-F15A98ED1B50}" dt="2025-05-01T08:54:10.017" v="1040" actId="115"/>
        <pc:sldMkLst>
          <pc:docMk/>
          <pc:sldMk cId="2991212878" sldId="263"/>
        </pc:sldMkLst>
        <pc:spChg chg="mod">
          <ac:chgData name="Deepa Paneru" userId="109592e82ad92d31" providerId="LiveId" clId="{10EF64B3-BEA9-49D7-A3A9-F15A98ED1B50}" dt="2025-05-01T08:54:10.017" v="1040" actId="115"/>
          <ac:spMkLst>
            <pc:docMk/>
            <pc:sldMk cId="2991212878" sldId="263"/>
            <ac:spMk id="2" creationId="{C88E2400-0A4A-BEBF-2B87-648B4D04A0C4}"/>
          </ac:spMkLst>
        </pc:spChg>
        <pc:spChg chg="mod">
          <ac:chgData name="Deepa Paneru" userId="109592e82ad92d31" providerId="LiveId" clId="{10EF64B3-BEA9-49D7-A3A9-F15A98ED1B50}" dt="2025-05-01T08:53:05.873" v="1039" actId="20577"/>
          <ac:spMkLst>
            <pc:docMk/>
            <pc:sldMk cId="2991212878" sldId="263"/>
            <ac:spMk id="3" creationId="{350CCE28-8CA1-D12F-CF75-E3F09D04B87B}"/>
          </ac:spMkLst>
        </pc:spChg>
      </pc:sldChg>
      <pc:sldChg chg="modSp mod">
        <pc:chgData name="Deepa Paneru" userId="109592e82ad92d31" providerId="LiveId" clId="{10EF64B3-BEA9-49D7-A3A9-F15A98ED1B50}" dt="2025-05-01T08:40:27.623" v="680" actId="20577"/>
        <pc:sldMkLst>
          <pc:docMk/>
          <pc:sldMk cId="3487871914" sldId="264"/>
        </pc:sldMkLst>
        <pc:spChg chg="mod">
          <ac:chgData name="Deepa Paneru" userId="109592e82ad92d31" providerId="LiveId" clId="{10EF64B3-BEA9-49D7-A3A9-F15A98ED1B50}" dt="2025-05-01T08:40:27.623" v="680" actId="20577"/>
          <ac:spMkLst>
            <pc:docMk/>
            <pc:sldMk cId="3487871914" sldId="264"/>
            <ac:spMk id="2" creationId="{C5F37BDE-9A2A-6946-1DEB-ED52BBBC9A9F}"/>
          </ac:spMkLst>
        </pc:spChg>
      </pc:sldChg>
      <pc:sldChg chg="del">
        <pc:chgData name="Deepa Paneru" userId="109592e82ad92d31" providerId="LiveId" clId="{10EF64B3-BEA9-49D7-A3A9-F15A98ED1B50}" dt="2025-05-01T08:12:01.885" v="496" actId="2696"/>
        <pc:sldMkLst>
          <pc:docMk/>
          <pc:sldMk cId="4230690299" sldId="265"/>
        </pc:sldMkLst>
      </pc:sldChg>
      <pc:sldChg chg="modSp mod">
        <pc:chgData name="Deepa Paneru" userId="109592e82ad92d31" providerId="LiveId" clId="{10EF64B3-BEA9-49D7-A3A9-F15A98ED1B50}" dt="2025-05-01T08:11:39.848" v="494" actId="20577"/>
        <pc:sldMkLst>
          <pc:docMk/>
          <pc:sldMk cId="3913061771" sldId="268"/>
        </pc:sldMkLst>
        <pc:spChg chg="mod">
          <ac:chgData name="Deepa Paneru" userId="109592e82ad92d31" providerId="LiveId" clId="{10EF64B3-BEA9-49D7-A3A9-F15A98ED1B50}" dt="2025-05-01T08:11:39.848" v="494" actId="20577"/>
          <ac:spMkLst>
            <pc:docMk/>
            <pc:sldMk cId="3913061771" sldId="268"/>
            <ac:spMk id="2" creationId="{758DD79D-CD3F-AA5F-2D77-E5815FE99F72}"/>
          </ac:spMkLst>
        </pc:spChg>
        <pc:spChg chg="mod">
          <ac:chgData name="Deepa Paneru" userId="109592e82ad92d31" providerId="LiveId" clId="{10EF64B3-BEA9-49D7-A3A9-F15A98ED1B50}" dt="2025-04-30T15:01:09.685" v="9" actId="20577"/>
          <ac:spMkLst>
            <pc:docMk/>
            <pc:sldMk cId="3913061771" sldId="268"/>
            <ac:spMk id="3" creationId="{1277A980-95F6-F02C-914B-3D58491595F9}"/>
          </ac:spMkLst>
        </pc:spChg>
      </pc:sldChg>
      <pc:sldChg chg="new del">
        <pc:chgData name="Deepa Paneru" userId="109592e82ad92d31" providerId="LiveId" clId="{10EF64B3-BEA9-49D7-A3A9-F15A98ED1B50}" dt="2025-05-01T07:49:50.037" v="109" actId="2696"/>
        <pc:sldMkLst>
          <pc:docMk/>
          <pc:sldMk cId="2358084069" sldId="269"/>
        </pc:sldMkLst>
      </pc:sldChg>
    </pc:docChg>
  </pc:docChgLst>
  <pc:docChgLst>
    <pc:chgData name="Guest User" providerId="Windows Live" clId="Web-{6FD7B1DB-8F73-924D-D1E2-98884DBA5936}"/>
    <pc:docChg chg="modSld">
      <pc:chgData name="Guest User" userId="" providerId="Windows Live" clId="Web-{6FD7B1DB-8F73-924D-D1E2-98884DBA5936}" dt="2025-05-01T09:20:00.735" v="36" actId="20577"/>
      <pc:docMkLst>
        <pc:docMk/>
      </pc:docMkLst>
      <pc:sldChg chg="modSp">
        <pc:chgData name="Guest User" userId="" providerId="Windows Live" clId="Web-{6FD7B1DB-8F73-924D-D1E2-98884DBA5936}" dt="2025-05-01T09:20:00.735" v="36" actId="20577"/>
        <pc:sldMkLst>
          <pc:docMk/>
          <pc:sldMk cId="1570492760" sldId="262"/>
        </pc:sldMkLst>
        <pc:spChg chg="mod">
          <ac:chgData name="Guest User" userId="" providerId="Windows Live" clId="Web-{6FD7B1DB-8F73-924D-D1E2-98884DBA5936}" dt="2025-05-01T09:20:00.735" v="36" actId="20577"/>
          <ac:spMkLst>
            <pc:docMk/>
            <pc:sldMk cId="1570492760" sldId="262"/>
            <ac:spMk id="2" creationId="{5BD54D91-1DAF-3794-476E-C2DDE9880F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C4A3F0-9688-4A62-8F05-124B7084C4FE}" type="datetimeFigureOut">
              <a:rPr lang="en-US" smtClean="0"/>
              <a:t>5/1/2025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88E3F1-D125-4441-BA50-1F6C936CA7CC}" type="slidenum">
              <a:rPr lang="en-US" smtClean="0"/>
              <a:t>‹#›</a:t>
            </a:fld>
            <a:endParaRPr lang="en-US"/>
          </a:p>
        </p:txBody>
      </p:sp>
    </p:spTree>
    <p:extLst>
      <p:ext uri="{BB962C8B-B14F-4D97-AF65-F5344CB8AC3E}">
        <p14:creationId xmlns:p14="http://schemas.microsoft.com/office/powerpoint/2010/main" val="975288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F88E3F1-D125-4441-BA50-1F6C936CA7CC}" type="slidenum">
              <a:rPr lang="en-US" smtClean="0"/>
              <a:t>1</a:t>
            </a:fld>
            <a:endParaRPr lang="en-US"/>
          </a:p>
        </p:txBody>
      </p:sp>
    </p:spTree>
    <p:extLst>
      <p:ext uri="{BB962C8B-B14F-4D97-AF65-F5344CB8AC3E}">
        <p14:creationId xmlns:p14="http://schemas.microsoft.com/office/powerpoint/2010/main" val="353176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EAB0D-A299-769E-462E-66BEF2795E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133809-3393-EE32-905E-1C96D4C704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C9FD21-C885-D8A0-4F6F-30D7E80C9DEC}"/>
              </a:ext>
            </a:extLst>
          </p:cNvPr>
          <p:cNvSpPr>
            <a:spLocks noGrp="1"/>
          </p:cNvSpPr>
          <p:nvPr>
            <p:ph type="dt" sz="half" idx="10"/>
          </p:nvPr>
        </p:nvSpPr>
        <p:spPr/>
        <p:txBody>
          <a:bodyPr/>
          <a:lstStyle/>
          <a:p>
            <a:fld id="{E7D19C6A-875F-46AE-85C4-9AE67CADB11B}" type="datetime1">
              <a:rPr lang="en-US" smtClean="0"/>
              <a:t>5/1/2025</a:t>
            </a:fld>
            <a:endParaRPr lang="en-US"/>
          </a:p>
        </p:txBody>
      </p:sp>
      <p:sp>
        <p:nvSpPr>
          <p:cNvPr id="5" name="Footer Placeholder 4">
            <a:extLst>
              <a:ext uri="{FF2B5EF4-FFF2-40B4-BE49-F238E27FC236}">
                <a16:creationId xmlns:a16="http://schemas.microsoft.com/office/drawing/2014/main" id="{9EC666C4-90A8-D9E6-B0B7-E07AACCE5B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D88690-0E5B-5C6F-BC11-84C2001F4C0D}"/>
              </a:ext>
            </a:extLst>
          </p:cNvPr>
          <p:cNvSpPr>
            <a:spLocks noGrp="1"/>
          </p:cNvSpPr>
          <p:nvPr>
            <p:ph type="sldNum" sz="quarter" idx="12"/>
          </p:nvPr>
        </p:nvSpPr>
        <p:spPr/>
        <p:txBody>
          <a:bodyPr/>
          <a:lstStyle/>
          <a:p>
            <a:fld id="{028A084C-DC64-4503-B3BF-001F74603AD5}" type="slidenum">
              <a:rPr lang="en-US" smtClean="0"/>
              <a:t>‹#›</a:t>
            </a:fld>
            <a:endParaRPr lang="en-US"/>
          </a:p>
        </p:txBody>
      </p:sp>
    </p:spTree>
    <p:extLst>
      <p:ext uri="{BB962C8B-B14F-4D97-AF65-F5344CB8AC3E}">
        <p14:creationId xmlns:p14="http://schemas.microsoft.com/office/powerpoint/2010/main" val="1576700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81ACB-EC9D-2A29-6BB8-85F82007F4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C46514-3661-AAA2-F771-6E33215C4D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AC669-BCCB-F76C-8664-92EB952C506E}"/>
              </a:ext>
            </a:extLst>
          </p:cNvPr>
          <p:cNvSpPr>
            <a:spLocks noGrp="1"/>
          </p:cNvSpPr>
          <p:nvPr>
            <p:ph type="dt" sz="half" idx="10"/>
          </p:nvPr>
        </p:nvSpPr>
        <p:spPr/>
        <p:txBody>
          <a:bodyPr/>
          <a:lstStyle/>
          <a:p>
            <a:fld id="{C2FED8A4-D0D5-46B7-9C56-51EAACA29C50}" type="datetime1">
              <a:rPr lang="en-US" smtClean="0"/>
              <a:t>5/1/2025</a:t>
            </a:fld>
            <a:endParaRPr lang="en-US"/>
          </a:p>
        </p:txBody>
      </p:sp>
      <p:sp>
        <p:nvSpPr>
          <p:cNvPr id="5" name="Footer Placeholder 4">
            <a:extLst>
              <a:ext uri="{FF2B5EF4-FFF2-40B4-BE49-F238E27FC236}">
                <a16:creationId xmlns:a16="http://schemas.microsoft.com/office/drawing/2014/main" id="{F5D24212-0DDE-3C2B-4232-07B2EBCA2D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A62FE1-5A24-F614-46F5-2416AA713638}"/>
              </a:ext>
            </a:extLst>
          </p:cNvPr>
          <p:cNvSpPr>
            <a:spLocks noGrp="1"/>
          </p:cNvSpPr>
          <p:nvPr>
            <p:ph type="sldNum" sz="quarter" idx="12"/>
          </p:nvPr>
        </p:nvSpPr>
        <p:spPr/>
        <p:txBody>
          <a:bodyPr/>
          <a:lstStyle/>
          <a:p>
            <a:fld id="{028A084C-DC64-4503-B3BF-001F74603AD5}" type="slidenum">
              <a:rPr lang="en-US" smtClean="0"/>
              <a:t>‹#›</a:t>
            </a:fld>
            <a:endParaRPr lang="en-US"/>
          </a:p>
        </p:txBody>
      </p:sp>
    </p:spTree>
    <p:extLst>
      <p:ext uri="{BB962C8B-B14F-4D97-AF65-F5344CB8AC3E}">
        <p14:creationId xmlns:p14="http://schemas.microsoft.com/office/powerpoint/2010/main" val="437100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5D5DF-6BBE-358B-75A5-C561BA2CA3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A6843D-1377-F741-BF7E-383CDD9D1E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0D70CE-3523-7FF4-4451-AD8AAA315281}"/>
              </a:ext>
            </a:extLst>
          </p:cNvPr>
          <p:cNvSpPr>
            <a:spLocks noGrp="1"/>
          </p:cNvSpPr>
          <p:nvPr>
            <p:ph type="dt" sz="half" idx="10"/>
          </p:nvPr>
        </p:nvSpPr>
        <p:spPr/>
        <p:txBody>
          <a:bodyPr/>
          <a:lstStyle/>
          <a:p>
            <a:fld id="{1DC20EDA-7495-49E0-B156-1AED16333FC9}" type="datetime1">
              <a:rPr lang="en-US" smtClean="0"/>
              <a:t>5/1/2025</a:t>
            </a:fld>
            <a:endParaRPr lang="en-US"/>
          </a:p>
        </p:txBody>
      </p:sp>
      <p:sp>
        <p:nvSpPr>
          <p:cNvPr id="5" name="Footer Placeholder 4">
            <a:extLst>
              <a:ext uri="{FF2B5EF4-FFF2-40B4-BE49-F238E27FC236}">
                <a16:creationId xmlns:a16="http://schemas.microsoft.com/office/drawing/2014/main" id="{0E302EF5-84EA-5931-7620-F74E44F97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FFC4DC-5B0D-A064-D8B5-01BFD6C77780}"/>
              </a:ext>
            </a:extLst>
          </p:cNvPr>
          <p:cNvSpPr>
            <a:spLocks noGrp="1"/>
          </p:cNvSpPr>
          <p:nvPr>
            <p:ph type="sldNum" sz="quarter" idx="12"/>
          </p:nvPr>
        </p:nvSpPr>
        <p:spPr/>
        <p:txBody>
          <a:bodyPr/>
          <a:lstStyle/>
          <a:p>
            <a:fld id="{028A084C-DC64-4503-B3BF-001F74603AD5}" type="slidenum">
              <a:rPr lang="en-US" smtClean="0"/>
              <a:t>‹#›</a:t>
            </a:fld>
            <a:endParaRPr lang="en-US"/>
          </a:p>
        </p:txBody>
      </p:sp>
    </p:spTree>
    <p:extLst>
      <p:ext uri="{BB962C8B-B14F-4D97-AF65-F5344CB8AC3E}">
        <p14:creationId xmlns:p14="http://schemas.microsoft.com/office/powerpoint/2010/main" val="3424573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5B519-29F8-92B8-18ED-F3B5A2ED94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DB1B81-58B0-7D9F-52A6-8FF809E747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FC0097-C4FA-F9E0-B03E-2CB3A652D3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1E4875-B0FE-2C08-18D4-4CFA487959AB}"/>
              </a:ext>
            </a:extLst>
          </p:cNvPr>
          <p:cNvSpPr>
            <a:spLocks noGrp="1"/>
          </p:cNvSpPr>
          <p:nvPr>
            <p:ph type="dt" sz="half" idx="10"/>
          </p:nvPr>
        </p:nvSpPr>
        <p:spPr/>
        <p:txBody>
          <a:bodyPr/>
          <a:lstStyle/>
          <a:p>
            <a:fld id="{B01927ED-AFE1-4BCB-B872-E527FA2768C6}" type="datetime1">
              <a:rPr lang="en-US" smtClean="0"/>
              <a:t>5/1/2025</a:t>
            </a:fld>
            <a:endParaRPr lang="en-US"/>
          </a:p>
        </p:txBody>
      </p:sp>
      <p:sp>
        <p:nvSpPr>
          <p:cNvPr id="6" name="Footer Placeholder 5">
            <a:extLst>
              <a:ext uri="{FF2B5EF4-FFF2-40B4-BE49-F238E27FC236}">
                <a16:creationId xmlns:a16="http://schemas.microsoft.com/office/drawing/2014/main" id="{2AD5EEBF-36F3-5347-DA20-21B4969DE4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D60839-A745-F435-F8EF-9E7DA31D2726}"/>
              </a:ext>
            </a:extLst>
          </p:cNvPr>
          <p:cNvSpPr>
            <a:spLocks noGrp="1"/>
          </p:cNvSpPr>
          <p:nvPr>
            <p:ph type="sldNum" sz="quarter" idx="12"/>
          </p:nvPr>
        </p:nvSpPr>
        <p:spPr/>
        <p:txBody>
          <a:bodyPr/>
          <a:lstStyle/>
          <a:p>
            <a:fld id="{028A084C-DC64-4503-B3BF-001F74603AD5}" type="slidenum">
              <a:rPr lang="en-US" smtClean="0"/>
              <a:t>‹#›</a:t>
            </a:fld>
            <a:endParaRPr lang="en-US"/>
          </a:p>
        </p:txBody>
      </p:sp>
    </p:spTree>
    <p:extLst>
      <p:ext uri="{BB962C8B-B14F-4D97-AF65-F5344CB8AC3E}">
        <p14:creationId xmlns:p14="http://schemas.microsoft.com/office/powerpoint/2010/main" val="1115296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95B1-FD0E-8BD3-925A-C135599FCD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6F242C-7A91-45AC-98A6-D66F47363E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133867-F989-3BB5-2486-4BC5D91AFD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1AA3C1-CAA5-8A49-C460-9E384A14EC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BF3E-D332-0EBD-C7EB-A1B417C793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0AC226-B083-D1E2-7558-D37FEDC9022A}"/>
              </a:ext>
            </a:extLst>
          </p:cNvPr>
          <p:cNvSpPr>
            <a:spLocks noGrp="1"/>
          </p:cNvSpPr>
          <p:nvPr>
            <p:ph type="dt" sz="half" idx="10"/>
          </p:nvPr>
        </p:nvSpPr>
        <p:spPr/>
        <p:txBody>
          <a:bodyPr/>
          <a:lstStyle/>
          <a:p>
            <a:fld id="{5927D98E-D4E0-4231-A267-BAF8A9232D30}" type="datetime1">
              <a:rPr lang="en-US" smtClean="0"/>
              <a:t>5/1/2025</a:t>
            </a:fld>
            <a:endParaRPr lang="en-US"/>
          </a:p>
        </p:txBody>
      </p:sp>
      <p:sp>
        <p:nvSpPr>
          <p:cNvPr id="8" name="Footer Placeholder 7">
            <a:extLst>
              <a:ext uri="{FF2B5EF4-FFF2-40B4-BE49-F238E27FC236}">
                <a16:creationId xmlns:a16="http://schemas.microsoft.com/office/drawing/2014/main" id="{567EEEF0-CE6D-BF3B-B7C6-B6BF50F25C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6EB018-C2FD-2DD2-DE2F-D84EAB77D751}"/>
              </a:ext>
            </a:extLst>
          </p:cNvPr>
          <p:cNvSpPr>
            <a:spLocks noGrp="1"/>
          </p:cNvSpPr>
          <p:nvPr>
            <p:ph type="sldNum" sz="quarter" idx="12"/>
          </p:nvPr>
        </p:nvSpPr>
        <p:spPr/>
        <p:txBody>
          <a:bodyPr/>
          <a:lstStyle/>
          <a:p>
            <a:fld id="{028A084C-DC64-4503-B3BF-001F74603AD5}" type="slidenum">
              <a:rPr lang="en-US" smtClean="0"/>
              <a:t>‹#›</a:t>
            </a:fld>
            <a:endParaRPr lang="en-US"/>
          </a:p>
        </p:txBody>
      </p:sp>
    </p:spTree>
    <p:extLst>
      <p:ext uri="{BB962C8B-B14F-4D97-AF65-F5344CB8AC3E}">
        <p14:creationId xmlns:p14="http://schemas.microsoft.com/office/powerpoint/2010/main" val="2668028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35F36-29A5-2AAD-2039-06D0E50AE9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8AA822-B997-B540-2287-65FFD96BD71A}"/>
              </a:ext>
            </a:extLst>
          </p:cNvPr>
          <p:cNvSpPr>
            <a:spLocks noGrp="1"/>
          </p:cNvSpPr>
          <p:nvPr>
            <p:ph type="dt" sz="half" idx="10"/>
          </p:nvPr>
        </p:nvSpPr>
        <p:spPr/>
        <p:txBody>
          <a:bodyPr/>
          <a:lstStyle/>
          <a:p>
            <a:fld id="{E3BFFA9F-5371-4156-B052-A32C157E37B3}" type="datetime1">
              <a:rPr lang="en-US" smtClean="0"/>
              <a:t>5/1/2025</a:t>
            </a:fld>
            <a:endParaRPr lang="en-US"/>
          </a:p>
        </p:txBody>
      </p:sp>
      <p:sp>
        <p:nvSpPr>
          <p:cNvPr id="4" name="Footer Placeholder 3">
            <a:extLst>
              <a:ext uri="{FF2B5EF4-FFF2-40B4-BE49-F238E27FC236}">
                <a16:creationId xmlns:a16="http://schemas.microsoft.com/office/drawing/2014/main" id="{EEA7357E-B290-8FBB-B348-70A942F107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9A3263-BDCF-B5D7-4373-FDD31E4C3355}"/>
              </a:ext>
            </a:extLst>
          </p:cNvPr>
          <p:cNvSpPr>
            <a:spLocks noGrp="1"/>
          </p:cNvSpPr>
          <p:nvPr>
            <p:ph type="sldNum" sz="quarter" idx="12"/>
          </p:nvPr>
        </p:nvSpPr>
        <p:spPr/>
        <p:txBody>
          <a:bodyPr/>
          <a:lstStyle/>
          <a:p>
            <a:fld id="{028A084C-DC64-4503-B3BF-001F74603AD5}" type="slidenum">
              <a:rPr lang="en-US" smtClean="0"/>
              <a:t>‹#›</a:t>
            </a:fld>
            <a:endParaRPr lang="en-US"/>
          </a:p>
        </p:txBody>
      </p:sp>
    </p:spTree>
    <p:extLst>
      <p:ext uri="{BB962C8B-B14F-4D97-AF65-F5344CB8AC3E}">
        <p14:creationId xmlns:p14="http://schemas.microsoft.com/office/powerpoint/2010/main" val="1098266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31899B-9090-1FD9-1894-40B9B96BAA7B}"/>
              </a:ext>
            </a:extLst>
          </p:cNvPr>
          <p:cNvSpPr>
            <a:spLocks noGrp="1"/>
          </p:cNvSpPr>
          <p:nvPr>
            <p:ph type="dt" sz="half" idx="10"/>
          </p:nvPr>
        </p:nvSpPr>
        <p:spPr/>
        <p:txBody>
          <a:bodyPr/>
          <a:lstStyle/>
          <a:p>
            <a:fld id="{6DF958C0-E186-495D-8A1C-26112D68CA8A}" type="datetime1">
              <a:rPr lang="en-US" smtClean="0"/>
              <a:t>5/1/2025</a:t>
            </a:fld>
            <a:endParaRPr lang="en-US"/>
          </a:p>
        </p:txBody>
      </p:sp>
      <p:sp>
        <p:nvSpPr>
          <p:cNvPr id="3" name="Footer Placeholder 2">
            <a:extLst>
              <a:ext uri="{FF2B5EF4-FFF2-40B4-BE49-F238E27FC236}">
                <a16:creationId xmlns:a16="http://schemas.microsoft.com/office/drawing/2014/main" id="{6DFAA6D1-477D-D998-7934-054012339A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45A9C8-6DF4-DC21-F708-01A60FF94E0A}"/>
              </a:ext>
            </a:extLst>
          </p:cNvPr>
          <p:cNvSpPr>
            <a:spLocks noGrp="1"/>
          </p:cNvSpPr>
          <p:nvPr>
            <p:ph type="sldNum" sz="quarter" idx="12"/>
          </p:nvPr>
        </p:nvSpPr>
        <p:spPr/>
        <p:txBody>
          <a:bodyPr/>
          <a:lstStyle/>
          <a:p>
            <a:fld id="{028A084C-DC64-4503-B3BF-001F74603AD5}" type="slidenum">
              <a:rPr lang="en-US" smtClean="0"/>
              <a:t>‹#›</a:t>
            </a:fld>
            <a:endParaRPr lang="en-US"/>
          </a:p>
        </p:txBody>
      </p:sp>
    </p:spTree>
    <p:extLst>
      <p:ext uri="{BB962C8B-B14F-4D97-AF65-F5344CB8AC3E}">
        <p14:creationId xmlns:p14="http://schemas.microsoft.com/office/powerpoint/2010/main" val="1155464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E2576-414D-211A-45C4-9C7D905F9A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E1F9D6-F4C7-6861-82A7-B2AD283237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16E614-7393-7542-68C8-00DE7A78A9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72E4F-D9D7-0571-70CB-262498C8D17E}"/>
              </a:ext>
            </a:extLst>
          </p:cNvPr>
          <p:cNvSpPr>
            <a:spLocks noGrp="1"/>
          </p:cNvSpPr>
          <p:nvPr>
            <p:ph type="dt" sz="half" idx="10"/>
          </p:nvPr>
        </p:nvSpPr>
        <p:spPr/>
        <p:txBody>
          <a:bodyPr/>
          <a:lstStyle/>
          <a:p>
            <a:fld id="{5E36C3BD-BDA8-4E64-9BF2-C1D21F589275}" type="datetime1">
              <a:rPr lang="en-US" smtClean="0"/>
              <a:t>5/1/2025</a:t>
            </a:fld>
            <a:endParaRPr lang="en-US"/>
          </a:p>
        </p:txBody>
      </p:sp>
      <p:sp>
        <p:nvSpPr>
          <p:cNvPr id="6" name="Footer Placeholder 5">
            <a:extLst>
              <a:ext uri="{FF2B5EF4-FFF2-40B4-BE49-F238E27FC236}">
                <a16:creationId xmlns:a16="http://schemas.microsoft.com/office/drawing/2014/main" id="{4AE974F2-FCF5-7097-25CF-5AACDD6EE2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1CA0B9-03DC-F164-4C0A-A76C572AB6E3}"/>
              </a:ext>
            </a:extLst>
          </p:cNvPr>
          <p:cNvSpPr>
            <a:spLocks noGrp="1"/>
          </p:cNvSpPr>
          <p:nvPr>
            <p:ph type="sldNum" sz="quarter" idx="12"/>
          </p:nvPr>
        </p:nvSpPr>
        <p:spPr/>
        <p:txBody>
          <a:bodyPr/>
          <a:lstStyle/>
          <a:p>
            <a:fld id="{028A084C-DC64-4503-B3BF-001F74603AD5}" type="slidenum">
              <a:rPr lang="en-US" smtClean="0"/>
              <a:t>‹#›</a:t>
            </a:fld>
            <a:endParaRPr lang="en-US"/>
          </a:p>
        </p:txBody>
      </p:sp>
    </p:spTree>
    <p:extLst>
      <p:ext uri="{BB962C8B-B14F-4D97-AF65-F5344CB8AC3E}">
        <p14:creationId xmlns:p14="http://schemas.microsoft.com/office/powerpoint/2010/main" val="3618492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65FF0-83A0-EC84-83A5-2EAF1B4F67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695B-CAA0-3113-C0AE-404EE7A235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A2566E-4944-16F2-70EB-BCFB9EBFBE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171D46-1E54-48BB-7EB8-1DD71455E3EC}"/>
              </a:ext>
            </a:extLst>
          </p:cNvPr>
          <p:cNvSpPr>
            <a:spLocks noGrp="1"/>
          </p:cNvSpPr>
          <p:nvPr>
            <p:ph type="dt" sz="half" idx="10"/>
          </p:nvPr>
        </p:nvSpPr>
        <p:spPr/>
        <p:txBody>
          <a:bodyPr/>
          <a:lstStyle/>
          <a:p>
            <a:fld id="{88863E1A-0D4F-4C39-8BCC-718C808D58F3}" type="datetime1">
              <a:rPr lang="en-US" smtClean="0"/>
              <a:t>5/1/2025</a:t>
            </a:fld>
            <a:endParaRPr lang="en-US"/>
          </a:p>
        </p:txBody>
      </p:sp>
      <p:sp>
        <p:nvSpPr>
          <p:cNvPr id="6" name="Footer Placeholder 5">
            <a:extLst>
              <a:ext uri="{FF2B5EF4-FFF2-40B4-BE49-F238E27FC236}">
                <a16:creationId xmlns:a16="http://schemas.microsoft.com/office/drawing/2014/main" id="{8D5765F9-B295-3758-54C0-7BEA93EC3A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FFAD54-6FA6-D210-2691-9769D90038D9}"/>
              </a:ext>
            </a:extLst>
          </p:cNvPr>
          <p:cNvSpPr>
            <a:spLocks noGrp="1"/>
          </p:cNvSpPr>
          <p:nvPr>
            <p:ph type="sldNum" sz="quarter" idx="12"/>
          </p:nvPr>
        </p:nvSpPr>
        <p:spPr/>
        <p:txBody>
          <a:bodyPr/>
          <a:lstStyle/>
          <a:p>
            <a:fld id="{028A084C-DC64-4503-B3BF-001F74603AD5}" type="slidenum">
              <a:rPr lang="en-US" smtClean="0"/>
              <a:t>‹#›</a:t>
            </a:fld>
            <a:endParaRPr lang="en-US"/>
          </a:p>
        </p:txBody>
      </p:sp>
    </p:spTree>
    <p:extLst>
      <p:ext uri="{BB962C8B-B14F-4D97-AF65-F5344CB8AC3E}">
        <p14:creationId xmlns:p14="http://schemas.microsoft.com/office/powerpoint/2010/main" val="1847015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493DE-949F-1508-1755-8A897A8E8A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1ABB79-DD5D-1D61-8818-BFF460FB89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C73DFE-C6AE-7991-D3B8-666FF7ABABA2}"/>
              </a:ext>
            </a:extLst>
          </p:cNvPr>
          <p:cNvSpPr>
            <a:spLocks noGrp="1"/>
          </p:cNvSpPr>
          <p:nvPr>
            <p:ph type="dt" sz="half" idx="10"/>
          </p:nvPr>
        </p:nvSpPr>
        <p:spPr/>
        <p:txBody>
          <a:bodyPr/>
          <a:lstStyle/>
          <a:p>
            <a:fld id="{6AB6DA32-8D85-456A-B643-EBB7196D9865}" type="datetime1">
              <a:rPr lang="en-US" smtClean="0"/>
              <a:t>5/1/2025</a:t>
            </a:fld>
            <a:endParaRPr lang="en-US"/>
          </a:p>
        </p:txBody>
      </p:sp>
      <p:sp>
        <p:nvSpPr>
          <p:cNvPr id="5" name="Footer Placeholder 4">
            <a:extLst>
              <a:ext uri="{FF2B5EF4-FFF2-40B4-BE49-F238E27FC236}">
                <a16:creationId xmlns:a16="http://schemas.microsoft.com/office/drawing/2014/main" id="{6A73B4A3-2266-4E64-EB34-7DC42238FF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668D13-3C78-E754-AFA6-79558543E871}"/>
              </a:ext>
            </a:extLst>
          </p:cNvPr>
          <p:cNvSpPr>
            <a:spLocks noGrp="1"/>
          </p:cNvSpPr>
          <p:nvPr>
            <p:ph type="sldNum" sz="quarter" idx="12"/>
          </p:nvPr>
        </p:nvSpPr>
        <p:spPr/>
        <p:txBody>
          <a:bodyPr/>
          <a:lstStyle/>
          <a:p>
            <a:fld id="{028A084C-DC64-4503-B3BF-001F74603AD5}" type="slidenum">
              <a:rPr lang="en-US" smtClean="0"/>
              <a:t>‹#›</a:t>
            </a:fld>
            <a:endParaRPr lang="en-US"/>
          </a:p>
        </p:txBody>
      </p:sp>
    </p:spTree>
    <p:extLst>
      <p:ext uri="{BB962C8B-B14F-4D97-AF65-F5344CB8AC3E}">
        <p14:creationId xmlns:p14="http://schemas.microsoft.com/office/powerpoint/2010/main" val="2566750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A237D6-3B74-794D-D7AF-484D1844E4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7654AF-287C-7B0C-4A1D-3674C929AB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0D80B6-3A43-5B93-88C5-A64AFAE65F74}"/>
              </a:ext>
            </a:extLst>
          </p:cNvPr>
          <p:cNvSpPr>
            <a:spLocks noGrp="1"/>
          </p:cNvSpPr>
          <p:nvPr>
            <p:ph type="dt" sz="half" idx="10"/>
          </p:nvPr>
        </p:nvSpPr>
        <p:spPr/>
        <p:txBody>
          <a:bodyPr/>
          <a:lstStyle/>
          <a:p>
            <a:fld id="{6AB899A9-5E21-454D-BF7F-B72917574CBB}" type="datetime1">
              <a:rPr lang="en-US" smtClean="0"/>
              <a:t>5/1/2025</a:t>
            </a:fld>
            <a:endParaRPr lang="en-US"/>
          </a:p>
        </p:txBody>
      </p:sp>
      <p:sp>
        <p:nvSpPr>
          <p:cNvPr id="5" name="Footer Placeholder 4">
            <a:extLst>
              <a:ext uri="{FF2B5EF4-FFF2-40B4-BE49-F238E27FC236}">
                <a16:creationId xmlns:a16="http://schemas.microsoft.com/office/drawing/2014/main" id="{157A501F-16D6-AF6F-CE62-F9FDD5C49F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ECE69E-F5C3-3EA5-F088-2F3236441DFC}"/>
              </a:ext>
            </a:extLst>
          </p:cNvPr>
          <p:cNvSpPr>
            <a:spLocks noGrp="1"/>
          </p:cNvSpPr>
          <p:nvPr>
            <p:ph type="sldNum" sz="quarter" idx="12"/>
          </p:nvPr>
        </p:nvSpPr>
        <p:spPr/>
        <p:txBody>
          <a:bodyPr/>
          <a:lstStyle/>
          <a:p>
            <a:fld id="{028A084C-DC64-4503-B3BF-001F74603AD5}" type="slidenum">
              <a:rPr lang="en-US" smtClean="0"/>
              <a:t>‹#›</a:t>
            </a:fld>
            <a:endParaRPr lang="en-US"/>
          </a:p>
        </p:txBody>
      </p:sp>
    </p:spTree>
    <p:extLst>
      <p:ext uri="{BB962C8B-B14F-4D97-AF65-F5344CB8AC3E}">
        <p14:creationId xmlns:p14="http://schemas.microsoft.com/office/powerpoint/2010/main" val="2428731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26CC1E-3E4D-52A2-2371-D06F793AE5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774FC3-946F-359F-5CA1-4923A4AB11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DC08E7-8512-77ED-6C94-D1B2EA7120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408817-33B4-4AD1-8F39-B3B7CAB29084}" type="datetime1">
              <a:rPr lang="en-US" smtClean="0"/>
              <a:t>5/1/2025</a:t>
            </a:fld>
            <a:endParaRPr lang="en-US"/>
          </a:p>
        </p:txBody>
      </p:sp>
      <p:sp>
        <p:nvSpPr>
          <p:cNvPr id="5" name="Footer Placeholder 4">
            <a:extLst>
              <a:ext uri="{FF2B5EF4-FFF2-40B4-BE49-F238E27FC236}">
                <a16:creationId xmlns:a16="http://schemas.microsoft.com/office/drawing/2014/main" id="{1CA208DA-24CD-9652-1029-18C54745F6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51FE100-BFC6-7201-7FA6-02262C97ED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8A084C-DC64-4503-B3BF-001F74603AD5}" type="slidenum">
              <a:rPr lang="en-US" smtClean="0"/>
              <a:t>‹#›</a:t>
            </a:fld>
            <a:endParaRPr lang="en-US"/>
          </a:p>
        </p:txBody>
      </p:sp>
    </p:spTree>
    <p:extLst>
      <p:ext uri="{BB962C8B-B14F-4D97-AF65-F5344CB8AC3E}">
        <p14:creationId xmlns:p14="http://schemas.microsoft.com/office/powerpoint/2010/main" val="3550320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DD79D-CD3F-AA5F-2D77-E5815FE99F72}"/>
              </a:ext>
            </a:extLst>
          </p:cNvPr>
          <p:cNvSpPr>
            <a:spLocks noGrp="1"/>
          </p:cNvSpPr>
          <p:nvPr>
            <p:ph type="title"/>
          </p:nvPr>
        </p:nvSpPr>
        <p:spPr>
          <a:xfrm>
            <a:off x="674914" y="320675"/>
            <a:ext cx="10515600" cy="1325563"/>
          </a:xfrm>
        </p:spPr>
        <p:txBody>
          <a:bodyPr>
            <a:normAutofit fontScale="90000"/>
          </a:bodyPr>
          <a:lstStyle/>
          <a:p>
            <a:r>
              <a:rPr lang="en-US" sz="2800" b="1" u="sng"/>
              <a:t>Review Of Mapping Human–Computer Interaction Research Themes and Trends from Its Existence to Today: A Topic Modeling-Based Review of past 60 Years By Fatih Gurcan  , Nergiz Ercil </a:t>
            </a:r>
            <a:r>
              <a:rPr lang="en-US" sz="2800" b="1" u="sng" err="1"/>
              <a:t>Cagiltay</a:t>
            </a:r>
            <a:r>
              <a:rPr lang="en-US" sz="2800" b="1" u="sng"/>
              <a:t>  , and </a:t>
            </a:r>
            <a:r>
              <a:rPr lang="en-US" sz="2800" b="1" u="sng" err="1"/>
              <a:t>Kursat</a:t>
            </a:r>
            <a:r>
              <a:rPr lang="en-US" sz="2800" b="1" u="sng"/>
              <a:t> </a:t>
            </a:r>
            <a:r>
              <a:rPr lang="en-US" sz="2800" b="1" u="sng" err="1"/>
              <a:t>Cagiltay</a:t>
            </a:r>
            <a:r>
              <a:rPr lang="en-US" sz="2800" b="1" u="sng"/>
              <a:t> Published  in </a:t>
            </a:r>
            <a:r>
              <a:rPr lang="en-US" sz="1100" u="sng"/>
              <a:t> </a:t>
            </a:r>
            <a:r>
              <a:rPr lang="en-US" sz="2200" b="1" u="sng"/>
              <a:t>INTERNATIONAL JOURNAL OF HUMAN–COMPUTER INTERACTION,2021</a:t>
            </a:r>
          </a:p>
        </p:txBody>
      </p:sp>
      <p:sp>
        <p:nvSpPr>
          <p:cNvPr id="3" name="Content Placeholder 2">
            <a:extLst>
              <a:ext uri="{FF2B5EF4-FFF2-40B4-BE49-F238E27FC236}">
                <a16:creationId xmlns:a16="http://schemas.microsoft.com/office/drawing/2014/main" id="{1277A980-95F6-F02C-914B-3D58491595F9}"/>
              </a:ext>
            </a:extLst>
          </p:cNvPr>
          <p:cNvSpPr>
            <a:spLocks noGrp="1"/>
          </p:cNvSpPr>
          <p:nvPr>
            <p:ph idx="1"/>
          </p:nvPr>
        </p:nvSpPr>
        <p:spPr/>
        <p:txBody>
          <a:bodyPr>
            <a:normAutofit/>
          </a:bodyPr>
          <a:lstStyle/>
          <a:p>
            <a:pPr marL="0" indent="0">
              <a:buNone/>
            </a:pPr>
            <a:r>
              <a:rPr lang="en-US" sz="2000"/>
              <a:t>Prepared By:</a:t>
            </a:r>
          </a:p>
          <a:p>
            <a:r>
              <a:rPr lang="en-US" sz="2000"/>
              <a:t>Deepa Paneru( Roll No.11)</a:t>
            </a:r>
          </a:p>
          <a:p>
            <a:r>
              <a:rPr lang="en-US" sz="2000"/>
              <a:t>Kamala Mishra(Roll NO.23)</a:t>
            </a:r>
          </a:p>
          <a:p>
            <a:r>
              <a:rPr lang="en-US" sz="2000" err="1"/>
              <a:t>Lilawati</a:t>
            </a:r>
            <a:r>
              <a:rPr lang="en-US" sz="2000"/>
              <a:t> Rana (Roll No.26)</a:t>
            </a:r>
          </a:p>
          <a:p>
            <a:r>
              <a:rPr lang="en-US" sz="2000"/>
              <a:t>Purnima Pant(Roll No.34)</a:t>
            </a:r>
          </a:p>
          <a:p>
            <a:r>
              <a:rPr lang="en-US" sz="2000"/>
              <a:t>Suma Tharu(Roll No.41)</a:t>
            </a:r>
          </a:p>
        </p:txBody>
      </p:sp>
      <p:sp>
        <p:nvSpPr>
          <p:cNvPr id="4" name="Slide Number Placeholder 3">
            <a:extLst>
              <a:ext uri="{FF2B5EF4-FFF2-40B4-BE49-F238E27FC236}">
                <a16:creationId xmlns:a16="http://schemas.microsoft.com/office/drawing/2014/main" id="{AA927117-820B-C858-C77B-82F75FC45D3B}"/>
              </a:ext>
            </a:extLst>
          </p:cNvPr>
          <p:cNvSpPr>
            <a:spLocks noGrp="1"/>
          </p:cNvSpPr>
          <p:nvPr>
            <p:ph type="sldNum" sz="quarter" idx="12"/>
          </p:nvPr>
        </p:nvSpPr>
        <p:spPr/>
        <p:txBody>
          <a:bodyPr/>
          <a:lstStyle/>
          <a:p>
            <a:fld id="{028A084C-DC64-4503-B3BF-001F74603AD5}" type="slidenum">
              <a:rPr lang="en-US" smtClean="0"/>
              <a:t>1</a:t>
            </a:fld>
            <a:endParaRPr lang="en-US"/>
          </a:p>
        </p:txBody>
      </p:sp>
    </p:spTree>
    <p:extLst>
      <p:ext uri="{BB962C8B-B14F-4D97-AF65-F5344CB8AC3E}">
        <p14:creationId xmlns:p14="http://schemas.microsoft.com/office/powerpoint/2010/main" val="3913061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8190E-D575-0A65-12E2-77242F697195}"/>
              </a:ext>
            </a:extLst>
          </p:cNvPr>
          <p:cNvSpPr>
            <a:spLocks noGrp="1"/>
          </p:cNvSpPr>
          <p:nvPr>
            <p:ph type="title"/>
          </p:nvPr>
        </p:nvSpPr>
        <p:spPr/>
        <p:txBody>
          <a:bodyPr/>
          <a:lstStyle/>
          <a:p>
            <a:pPr algn="ctr"/>
            <a:r>
              <a:rPr lang="en-US" b="1" u="sng"/>
              <a:t>SUMMARY:</a:t>
            </a:r>
          </a:p>
        </p:txBody>
      </p:sp>
      <p:sp>
        <p:nvSpPr>
          <p:cNvPr id="3" name="Content Placeholder 2">
            <a:extLst>
              <a:ext uri="{FF2B5EF4-FFF2-40B4-BE49-F238E27FC236}">
                <a16:creationId xmlns:a16="http://schemas.microsoft.com/office/drawing/2014/main" id="{00496678-2710-C0F2-07FD-D98AD5A98A27}"/>
              </a:ext>
            </a:extLst>
          </p:cNvPr>
          <p:cNvSpPr>
            <a:spLocks noGrp="1"/>
          </p:cNvSpPr>
          <p:nvPr>
            <p:ph idx="1"/>
          </p:nvPr>
        </p:nvSpPr>
        <p:spPr>
          <a:xfrm>
            <a:off x="838200" y="1690688"/>
            <a:ext cx="10515600" cy="4351338"/>
          </a:xfrm>
        </p:spPr>
        <p:txBody>
          <a:bodyPr>
            <a:noAutofit/>
          </a:bodyPr>
          <a:lstStyle/>
          <a:p>
            <a:pPr marL="0" indent="0">
              <a:buNone/>
            </a:pPr>
            <a:r>
              <a:rPr lang="en-US" sz="2000"/>
              <a:t>Human-Computer Interaction (HCI) is a multidisciplinary field focused on the design and use of computer technologies, particularly the interfaces between people (users) and computers. The goal of HCI is to improve the interaction between users and systems by making computers more accessible, usable, and effective.</a:t>
            </a:r>
          </a:p>
          <a:p>
            <a:pPr marL="0" indent="0">
              <a:buNone/>
            </a:pPr>
            <a:r>
              <a:rPr lang="en-US" sz="2000"/>
              <a:t> The article presents a comprehensive, data-driven review of 60 years of Human-Computer Interaction (HCI) research using Latent Dirichlet Allocation (LDA), a probabilistic topic modeling approach. By analyzing over 41,000 peer-reviewed journal articles indexed in SCOPUS database between 1957 and 2018, the authors identify major themes in HCI and trace their evolution, volume, and acceleration over time. The study offers valuable insights for researchers by highlighting past patterns and forecasting future research trajectories in HCI.</a:t>
            </a:r>
          </a:p>
          <a:p>
            <a:pPr marL="0" indent="0">
              <a:buNone/>
            </a:pPr>
            <a:r>
              <a:rPr lang="en-US" sz="2000"/>
              <a:t> It includes the Identification of fast-growing areas such as brain–computer interfaces, human–robot interaction, and mobile technologies, suggesting their potential as sub-disciplines, evidence of a clear shift from machine-oriented to human-oriented </a:t>
            </a:r>
            <a:r>
              <a:rPr lang="en-US" sz="2000" err="1"/>
              <a:t>systems,recognition</a:t>
            </a:r>
            <a:r>
              <a:rPr lang="en-US" sz="2000"/>
              <a:t> of context-aware adaptive systems as a likely future direction for HCI.</a:t>
            </a:r>
          </a:p>
        </p:txBody>
      </p:sp>
      <p:sp>
        <p:nvSpPr>
          <p:cNvPr id="5" name="Slide Number Placeholder 4">
            <a:extLst>
              <a:ext uri="{FF2B5EF4-FFF2-40B4-BE49-F238E27FC236}">
                <a16:creationId xmlns:a16="http://schemas.microsoft.com/office/drawing/2014/main" id="{B454A6D2-B336-0B0E-D53A-3981BFD40CF7}"/>
              </a:ext>
            </a:extLst>
          </p:cNvPr>
          <p:cNvSpPr>
            <a:spLocks noGrp="1"/>
          </p:cNvSpPr>
          <p:nvPr>
            <p:ph type="sldNum" sz="quarter" idx="12"/>
          </p:nvPr>
        </p:nvSpPr>
        <p:spPr/>
        <p:txBody>
          <a:bodyPr/>
          <a:lstStyle/>
          <a:p>
            <a:fld id="{028A084C-DC64-4503-B3BF-001F74603AD5}" type="slidenum">
              <a:rPr lang="en-US" smtClean="0"/>
              <a:t>2</a:t>
            </a:fld>
            <a:endParaRPr lang="en-US"/>
          </a:p>
        </p:txBody>
      </p:sp>
    </p:spTree>
    <p:extLst>
      <p:ext uri="{BB962C8B-B14F-4D97-AF65-F5344CB8AC3E}">
        <p14:creationId xmlns:p14="http://schemas.microsoft.com/office/powerpoint/2010/main" val="1845870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EAA8D-17A5-B356-F98A-48895AB39A27}"/>
              </a:ext>
            </a:extLst>
          </p:cNvPr>
          <p:cNvSpPr>
            <a:spLocks noGrp="1"/>
          </p:cNvSpPr>
          <p:nvPr>
            <p:ph type="title"/>
          </p:nvPr>
        </p:nvSpPr>
        <p:spPr/>
        <p:txBody>
          <a:bodyPr/>
          <a:lstStyle/>
          <a:p>
            <a:pPr algn="ctr"/>
            <a:r>
              <a:rPr lang="en-US" u="sng"/>
              <a:t>Strengths:</a:t>
            </a:r>
          </a:p>
        </p:txBody>
      </p:sp>
      <p:sp>
        <p:nvSpPr>
          <p:cNvPr id="3" name="Content Placeholder 2">
            <a:extLst>
              <a:ext uri="{FF2B5EF4-FFF2-40B4-BE49-F238E27FC236}">
                <a16:creationId xmlns:a16="http://schemas.microsoft.com/office/drawing/2014/main" id="{0052E65D-1DA8-DBC0-63D1-2EC187F744E9}"/>
              </a:ext>
            </a:extLst>
          </p:cNvPr>
          <p:cNvSpPr>
            <a:spLocks noGrp="1"/>
          </p:cNvSpPr>
          <p:nvPr>
            <p:ph idx="1"/>
          </p:nvPr>
        </p:nvSpPr>
        <p:spPr/>
        <p:txBody>
          <a:bodyPr vert="horz" lIns="91440" tIns="45720" rIns="91440" bIns="45720" rtlCol="0" anchor="t">
            <a:normAutofit fontScale="92500"/>
          </a:bodyPr>
          <a:lstStyle/>
          <a:p>
            <a:r>
              <a:rPr lang="en-US" sz="2000" b="1"/>
              <a:t>Depth and Breadth: </a:t>
            </a:r>
            <a:r>
              <a:rPr lang="en-US" sz="2000"/>
              <a:t>The study’s coverage of six decades makes it one of the most extensive reviews of HCI literature to date.</a:t>
            </a:r>
          </a:p>
          <a:p>
            <a:r>
              <a:rPr lang="en-US" sz="2000" b="1"/>
              <a:t>Methodological Rigor: </a:t>
            </a:r>
            <a:r>
              <a:rPr lang="en-US" sz="2000"/>
              <a:t>The use of probabilistic topic modeling (LDA) enables the identification of hidden semantic structures across large datasets, adding depth to the analysis.</a:t>
            </a:r>
          </a:p>
          <a:p>
            <a:r>
              <a:rPr lang="en-US" sz="2000" b="1"/>
              <a:t>Insightful Trends: </a:t>
            </a:r>
            <a:r>
              <a:rPr lang="en-US" sz="2000"/>
              <a:t>The paper identifies 21 key topics, categorizes them by age, volume, and acceleration, and segments the historical evolution of HCI into three ages: Legacy Systems Age, Internet Age, and Pervasive Age offers a meaningful framework.</a:t>
            </a:r>
          </a:p>
          <a:p>
            <a:r>
              <a:rPr lang="en-US" sz="2000" b="1"/>
              <a:t>Future-Oriented: </a:t>
            </a:r>
            <a:r>
              <a:rPr lang="en-US" sz="2000"/>
              <a:t>The analysis anticipates emerging sub-disciplines such as Brain–Computer Interfaces and Human–Robot Interaction, indicating potential future research direct.</a:t>
            </a:r>
          </a:p>
          <a:p>
            <a:r>
              <a:rPr lang="en-US" sz="2000" b="1"/>
              <a:t>Interdisciplinary Mapping: </a:t>
            </a:r>
            <a:r>
              <a:rPr lang="en-US" sz="2000"/>
              <a:t>The study effectively confirms the interdisciplinary nature of HCI, tying it to fields such as neuroscience, psychology, medicine, and education.</a:t>
            </a:r>
          </a:p>
          <a:p>
            <a:r>
              <a:rPr lang="en-US" sz="2000" b="1" err="1"/>
              <a:t>Illustration:</a:t>
            </a:r>
            <a:r>
              <a:rPr lang="en-US" sz="2000" err="1"/>
              <a:t>The</a:t>
            </a:r>
            <a:r>
              <a:rPr lang="en-US" sz="2000"/>
              <a:t> </a:t>
            </a:r>
            <a:r>
              <a:rPr lang="en-US" sz="2000" err="1"/>
              <a:t>deta</a:t>
            </a:r>
            <a:r>
              <a:rPr lang="en-US" sz="2000"/>
              <a:t> of technology discovered are  first displayed in tabular form and further has represented in horizontal </a:t>
            </a:r>
            <a:r>
              <a:rPr lang="en-US" sz="2000" err="1"/>
              <a:t>bargraph</a:t>
            </a:r>
            <a:r>
              <a:rPr lang="en-US" sz="2000"/>
              <a:t> ,that makes clear overview of data analysis.</a:t>
            </a:r>
          </a:p>
        </p:txBody>
      </p:sp>
      <p:sp>
        <p:nvSpPr>
          <p:cNvPr id="5" name="Slide Number Placeholder 4">
            <a:extLst>
              <a:ext uri="{FF2B5EF4-FFF2-40B4-BE49-F238E27FC236}">
                <a16:creationId xmlns:a16="http://schemas.microsoft.com/office/drawing/2014/main" id="{CB4B844F-63A8-B2C9-B1F9-C07405A906F1}"/>
              </a:ext>
            </a:extLst>
          </p:cNvPr>
          <p:cNvSpPr>
            <a:spLocks noGrp="1"/>
          </p:cNvSpPr>
          <p:nvPr>
            <p:ph type="sldNum" sz="quarter" idx="12"/>
          </p:nvPr>
        </p:nvSpPr>
        <p:spPr/>
        <p:txBody>
          <a:bodyPr/>
          <a:lstStyle/>
          <a:p>
            <a:fld id="{028A084C-DC64-4503-B3BF-001F74603AD5}" type="slidenum">
              <a:rPr lang="en-US" smtClean="0"/>
              <a:t>3</a:t>
            </a:fld>
            <a:endParaRPr lang="en-US"/>
          </a:p>
        </p:txBody>
      </p:sp>
    </p:spTree>
    <p:extLst>
      <p:ext uri="{BB962C8B-B14F-4D97-AF65-F5344CB8AC3E}">
        <p14:creationId xmlns:p14="http://schemas.microsoft.com/office/powerpoint/2010/main" val="2670271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22AB9-115B-0B71-E417-1B212F8837D9}"/>
              </a:ext>
            </a:extLst>
          </p:cNvPr>
          <p:cNvSpPr>
            <a:spLocks noGrp="1"/>
          </p:cNvSpPr>
          <p:nvPr>
            <p:ph type="title"/>
          </p:nvPr>
        </p:nvSpPr>
        <p:spPr>
          <a:xfrm>
            <a:off x="838200" y="410369"/>
            <a:ext cx="10515600" cy="1026546"/>
          </a:xfrm>
        </p:spPr>
        <p:txBody>
          <a:bodyPr>
            <a:normAutofit/>
          </a:bodyPr>
          <a:lstStyle/>
          <a:p>
            <a:pPr algn="ctr"/>
            <a:r>
              <a:rPr lang="en-US" b="1" u="sng"/>
              <a:t>Weakness:</a:t>
            </a:r>
          </a:p>
        </p:txBody>
      </p:sp>
      <p:sp>
        <p:nvSpPr>
          <p:cNvPr id="3" name="Content Placeholder 2">
            <a:extLst>
              <a:ext uri="{FF2B5EF4-FFF2-40B4-BE49-F238E27FC236}">
                <a16:creationId xmlns:a16="http://schemas.microsoft.com/office/drawing/2014/main" id="{423A0041-5A9F-FF92-8663-BE0427661D48}"/>
              </a:ext>
            </a:extLst>
          </p:cNvPr>
          <p:cNvSpPr>
            <a:spLocks noGrp="1"/>
          </p:cNvSpPr>
          <p:nvPr>
            <p:ph idx="1"/>
          </p:nvPr>
        </p:nvSpPr>
        <p:spPr>
          <a:xfrm>
            <a:off x="1219200" y="1186542"/>
            <a:ext cx="10515600" cy="5910943"/>
          </a:xfrm>
        </p:spPr>
        <p:txBody>
          <a:bodyPr vert="horz" lIns="91440" tIns="45720" rIns="91440" bIns="45720" rtlCol="0" anchor="t">
            <a:noAutofit/>
          </a:bodyPr>
          <a:lstStyle/>
          <a:p>
            <a:r>
              <a:rPr lang="en-US" sz="2000" b="1"/>
              <a:t>Exclusion of Conference Papers: </a:t>
            </a:r>
            <a:r>
              <a:rPr lang="en-US" sz="2000"/>
              <a:t>Given the significance of conferences in HCI, excluding them might have omitted impactful research, especially in fast-evolving topics.</a:t>
            </a:r>
          </a:p>
          <a:p>
            <a:r>
              <a:rPr lang="en-US" sz="2000" b="1"/>
              <a:t>Scopus-Only Scope: </a:t>
            </a:r>
            <a:r>
              <a:rPr lang="en-US" sz="2000"/>
              <a:t>Using a single database limits the diversity of the dataset and may miss key works indexed elsewhere.</a:t>
            </a:r>
          </a:p>
          <a:p>
            <a:r>
              <a:rPr lang="en-US" sz="2000" b="1"/>
              <a:t>Lack of Visual Scenes: </a:t>
            </a:r>
            <a:r>
              <a:rPr lang="en-US" sz="2000"/>
              <a:t>Although figures are referenced (e.g., trend lines, topic volume), more intuitive graphical summaries (e.g., heatmaps, thematic evolution paths) would enhance clarity.</a:t>
            </a:r>
          </a:p>
          <a:p>
            <a:r>
              <a:rPr lang="en-US" sz="2000" b="1"/>
              <a:t>Limited Consideration of Conference Literature: </a:t>
            </a:r>
            <a:r>
              <a:rPr lang="en-US" sz="2000"/>
              <a:t>The study excludes highly relevant HCI conference proceedings (e.g., CHI, UIST) which limits the representativeness of trends.</a:t>
            </a:r>
          </a:p>
          <a:p>
            <a:r>
              <a:rPr lang="en-US" sz="2000" b="1"/>
              <a:t>Possible Overreliance on Titles and Abstracts: </a:t>
            </a:r>
            <a:r>
              <a:rPr lang="en-US" sz="2000"/>
              <a:t>While justified due to scale, excluding full texts may cause thematic nuances to be missed.</a:t>
            </a:r>
          </a:p>
          <a:p>
            <a:r>
              <a:rPr lang="en-US" sz="2000" b="1"/>
              <a:t>Dependence on Automated Topic Modeling: </a:t>
            </a:r>
            <a:r>
              <a:rPr lang="en-US" sz="2000"/>
              <a:t>While LDA is powerful, it is an unsupervised method that can produce ambiguous or overlapping topics, especially if not validated with human interpretation.</a:t>
            </a:r>
          </a:p>
          <a:p>
            <a:r>
              <a:rPr lang="en-US" sz="2000" b="1"/>
              <a:t> Static Topic Count (K=21): </a:t>
            </a:r>
            <a:r>
              <a:rPr lang="en-US" sz="2000"/>
              <a:t>Fixing the number of topics at 21 can oversimplify or overlook sub-topics, especially in a field as diverse as HCI. The number of optimal topics is often subjective and dataset-dependent.</a:t>
            </a:r>
          </a:p>
        </p:txBody>
      </p:sp>
      <p:sp>
        <p:nvSpPr>
          <p:cNvPr id="5" name="Slide Number Placeholder 4">
            <a:extLst>
              <a:ext uri="{FF2B5EF4-FFF2-40B4-BE49-F238E27FC236}">
                <a16:creationId xmlns:a16="http://schemas.microsoft.com/office/drawing/2014/main" id="{6999A976-A5E5-E3D3-6D32-A471A0081F45}"/>
              </a:ext>
            </a:extLst>
          </p:cNvPr>
          <p:cNvSpPr>
            <a:spLocks noGrp="1"/>
          </p:cNvSpPr>
          <p:nvPr>
            <p:ph type="sldNum" sz="quarter" idx="12"/>
          </p:nvPr>
        </p:nvSpPr>
        <p:spPr/>
        <p:txBody>
          <a:bodyPr/>
          <a:lstStyle/>
          <a:p>
            <a:fld id="{028A084C-DC64-4503-B3BF-001F74603AD5}" type="slidenum">
              <a:rPr lang="en-US" smtClean="0"/>
              <a:t>4</a:t>
            </a:fld>
            <a:endParaRPr lang="en-US"/>
          </a:p>
        </p:txBody>
      </p:sp>
    </p:spTree>
    <p:extLst>
      <p:ext uri="{BB962C8B-B14F-4D97-AF65-F5344CB8AC3E}">
        <p14:creationId xmlns:p14="http://schemas.microsoft.com/office/powerpoint/2010/main" val="463796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54D91-1DAF-3794-476E-C2DDE9880F4B}"/>
              </a:ext>
            </a:extLst>
          </p:cNvPr>
          <p:cNvSpPr>
            <a:spLocks noGrp="1"/>
          </p:cNvSpPr>
          <p:nvPr>
            <p:ph type="title"/>
          </p:nvPr>
        </p:nvSpPr>
        <p:spPr/>
        <p:txBody>
          <a:bodyPr/>
          <a:lstStyle/>
          <a:p>
            <a:r>
              <a:rPr lang="en-US"/>
              <a:t>Continued.....</a:t>
            </a:r>
          </a:p>
        </p:txBody>
      </p:sp>
      <p:sp>
        <p:nvSpPr>
          <p:cNvPr id="3" name="Content Placeholder 2">
            <a:extLst>
              <a:ext uri="{FF2B5EF4-FFF2-40B4-BE49-F238E27FC236}">
                <a16:creationId xmlns:a16="http://schemas.microsoft.com/office/drawing/2014/main" id="{78446C89-AF4D-6C8C-A676-5D77A83BD8B1}"/>
              </a:ext>
            </a:extLst>
          </p:cNvPr>
          <p:cNvSpPr>
            <a:spLocks noGrp="1"/>
          </p:cNvSpPr>
          <p:nvPr>
            <p:ph idx="1"/>
          </p:nvPr>
        </p:nvSpPr>
        <p:spPr/>
        <p:txBody>
          <a:bodyPr/>
          <a:lstStyle/>
          <a:p>
            <a:r>
              <a:rPr lang="en-US" sz="2000" b="1"/>
              <a:t>No Qualitative </a:t>
            </a:r>
            <a:r>
              <a:rPr lang="en-US" sz="2000" b="1" err="1"/>
              <a:t>Validation:</a:t>
            </a:r>
            <a:r>
              <a:rPr lang="en-US" sz="2000" err="1"/>
              <a:t>The</a:t>
            </a:r>
            <a:r>
              <a:rPr lang="en-US" sz="2000"/>
              <a:t> study lacks qualitative triangulation or expert validation of topic coherence and significance, which could have strengthened the trustworthiness of the findings.</a:t>
            </a:r>
          </a:p>
          <a:p>
            <a:r>
              <a:rPr lang="en-US" sz="2000" b="1"/>
              <a:t>Temporal Coverage Stops at 2018:</a:t>
            </a:r>
            <a:r>
              <a:rPr lang="en-US" sz="2000"/>
              <a:t>The data ends at 2018, omitting recent developments such as advancements in AI-based HCI, post-COVID shifts, or emerging immersive technologies.</a:t>
            </a:r>
          </a:p>
          <a:p>
            <a:endParaRPr lang="en-US" sz="2000"/>
          </a:p>
        </p:txBody>
      </p:sp>
      <p:sp>
        <p:nvSpPr>
          <p:cNvPr id="5" name="Slide Number Placeholder 4">
            <a:extLst>
              <a:ext uri="{FF2B5EF4-FFF2-40B4-BE49-F238E27FC236}">
                <a16:creationId xmlns:a16="http://schemas.microsoft.com/office/drawing/2014/main" id="{05768D12-D0DE-025A-ED68-A9B3FA07A371}"/>
              </a:ext>
            </a:extLst>
          </p:cNvPr>
          <p:cNvSpPr>
            <a:spLocks noGrp="1"/>
          </p:cNvSpPr>
          <p:nvPr>
            <p:ph type="sldNum" sz="quarter" idx="12"/>
          </p:nvPr>
        </p:nvSpPr>
        <p:spPr/>
        <p:txBody>
          <a:bodyPr/>
          <a:lstStyle/>
          <a:p>
            <a:fld id="{028A084C-DC64-4503-B3BF-001F74603AD5}" type="slidenum">
              <a:rPr lang="en-US" smtClean="0"/>
              <a:t>5</a:t>
            </a:fld>
            <a:endParaRPr lang="en-US"/>
          </a:p>
        </p:txBody>
      </p:sp>
    </p:spTree>
    <p:extLst>
      <p:ext uri="{BB962C8B-B14F-4D97-AF65-F5344CB8AC3E}">
        <p14:creationId xmlns:p14="http://schemas.microsoft.com/office/powerpoint/2010/main" val="1570492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E2400-0A4A-BEBF-2B87-648B4D04A0C4}"/>
              </a:ext>
            </a:extLst>
          </p:cNvPr>
          <p:cNvSpPr>
            <a:spLocks noGrp="1"/>
          </p:cNvSpPr>
          <p:nvPr>
            <p:ph type="title"/>
          </p:nvPr>
        </p:nvSpPr>
        <p:spPr/>
        <p:txBody>
          <a:bodyPr/>
          <a:lstStyle/>
          <a:p>
            <a:pPr algn="ctr"/>
            <a:r>
              <a:rPr lang="en-US" u="sng"/>
              <a:t>Conclusion:</a:t>
            </a:r>
          </a:p>
        </p:txBody>
      </p:sp>
      <p:sp>
        <p:nvSpPr>
          <p:cNvPr id="3" name="Content Placeholder 2">
            <a:extLst>
              <a:ext uri="{FF2B5EF4-FFF2-40B4-BE49-F238E27FC236}">
                <a16:creationId xmlns:a16="http://schemas.microsoft.com/office/drawing/2014/main" id="{350CCE28-8CA1-D12F-CF75-E3F09D04B87B}"/>
              </a:ext>
            </a:extLst>
          </p:cNvPr>
          <p:cNvSpPr>
            <a:spLocks noGrp="1"/>
          </p:cNvSpPr>
          <p:nvPr>
            <p:ph idx="1"/>
          </p:nvPr>
        </p:nvSpPr>
        <p:spPr/>
        <p:txBody>
          <a:bodyPr>
            <a:normAutofit/>
          </a:bodyPr>
          <a:lstStyle/>
          <a:p>
            <a:pPr marL="0" indent="0">
              <a:buNone/>
            </a:pPr>
            <a:r>
              <a:rPr lang="en-US" sz="2000"/>
              <a:t>The article is a valuable contribution to meta-research in HCI. It not only maps the historical landscape of the field but also offers a predictive outlook for future exploration. It blends computational analysis with scholarly synthesis to deliver insights into both the historical development and emerging trajectories of the field. Researchers, practitioners, educators, and policymakers can use this work to identify gaps, discover new opportunities ,findings to guide curriculum development, funding priorities, and interdisciplinary collaboration in </a:t>
            </a:r>
            <a:r>
              <a:rPr lang="en-US" sz="2000" err="1"/>
              <a:t>HCI.Although</a:t>
            </a:r>
            <a:r>
              <a:rPr lang="en-US" sz="2000"/>
              <a:t> this research article has some lacks like less </a:t>
            </a:r>
            <a:r>
              <a:rPr lang="en-US" sz="2000" err="1"/>
              <a:t>visuals,only</a:t>
            </a:r>
            <a:r>
              <a:rPr lang="en-US" sz="2000"/>
              <a:t> one used database </a:t>
            </a:r>
            <a:r>
              <a:rPr lang="en-US" sz="2000" err="1"/>
              <a:t>etc</a:t>
            </a:r>
            <a:r>
              <a:rPr lang="en-US" sz="2000"/>
              <a:t> it has also more strengths . As we know ,No one or nothing is perfectly perfect in everywhere and everything . It is very useful for new </a:t>
            </a:r>
            <a:r>
              <a:rPr lang="en-US" sz="2000" err="1"/>
              <a:t>researchers,technology</a:t>
            </a:r>
            <a:r>
              <a:rPr lang="en-US" sz="2000"/>
              <a:t> discovers and technicians.</a:t>
            </a:r>
          </a:p>
        </p:txBody>
      </p:sp>
      <p:sp>
        <p:nvSpPr>
          <p:cNvPr id="5" name="Slide Number Placeholder 4">
            <a:extLst>
              <a:ext uri="{FF2B5EF4-FFF2-40B4-BE49-F238E27FC236}">
                <a16:creationId xmlns:a16="http://schemas.microsoft.com/office/drawing/2014/main" id="{7AEC4AD2-F4E8-0A1A-660F-9438C01BC2F8}"/>
              </a:ext>
            </a:extLst>
          </p:cNvPr>
          <p:cNvSpPr>
            <a:spLocks noGrp="1"/>
          </p:cNvSpPr>
          <p:nvPr>
            <p:ph type="sldNum" sz="quarter" idx="12"/>
          </p:nvPr>
        </p:nvSpPr>
        <p:spPr/>
        <p:txBody>
          <a:bodyPr/>
          <a:lstStyle/>
          <a:p>
            <a:fld id="{028A084C-DC64-4503-B3BF-001F74603AD5}" type="slidenum">
              <a:rPr lang="en-US" smtClean="0"/>
              <a:t>6</a:t>
            </a:fld>
            <a:endParaRPr lang="en-US"/>
          </a:p>
        </p:txBody>
      </p:sp>
    </p:spTree>
    <p:extLst>
      <p:ext uri="{BB962C8B-B14F-4D97-AF65-F5344CB8AC3E}">
        <p14:creationId xmlns:p14="http://schemas.microsoft.com/office/powerpoint/2010/main" val="2991212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7BDE-9A2A-6946-1DEB-ED52BBBC9A9F}"/>
              </a:ext>
            </a:extLst>
          </p:cNvPr>
          <p:cNvSpPr>
            <a:spLocks noGrp="1"/>
          </p:cNvSpPr>
          <p:nvPr>
            <p:ph type="title"/>
          </p:nvPr>
        </p:nvSpPr>
        <p:spPr/>
        <p:txBody>
          <a:bodyPr>
            <a:normAutofit/>
          </a:bodyPr>
          <a:lstStyle/>
          <a:p>
            <a:pPr algn="ctr"/>
            <a:r>
              <a:rPr lang="en-US" sz="3600"/>
              <a:t>Have you any question????</a:t>
            </a:r>
          </a:p>
        </p:txBody>
      </p:sp>
      <p:pic>
        <p:nvPicPr>
          <p:cNvPr id="5" name="Content Placeholder 4" descr="A computer with a question mark on the screen&#10;&#10;AI-generated content may be incorrect.">
            <a:extLst>
              <a:ext uri="{FF2B5EF4-FFF2-40B4-BE49-F238E27FC236}">
                <a16:creationId xmlns:a16="http://schemas.microsoft.com/office/drawing/2014/main" id="{36F6B093-9265-9366-6C4B-4B8A152898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71875" y="2572544"/>
            <a:ext cx="5048250" cy="2857500"/>
          </a:xfrm>
        </p:spPr>
      </p:pic>
      <p:sp>
        <p:nvSpPr>
          <p:cNvPr id="7" name="Slide Number Placeholder 6">
            <a:extLst>
              <a:ext uri="{FF2B5EF4-FFF2-40B4-BE49-F238E27FC236}">
                <a16:creationId xmlns:a16="http://schemas.microsoft.com/office/drawing/2014/main" id="{B5BE8721-5029-7751-F174-1C76DB5CB142}"/>
              </a:ext>
            </a:extLst>
          </p:cNvPr>
          <p:cNvSpPr>
            <a:spLocks noGrp="1"/>
          </p:cNvSpPr>
          <p:nvPr>
            <p:ph type="sldNum" sz="quarter" idx="12"/>
          </p:nvPr>
        </p:nvSpPr>
        <p:spPr/>
        <p:txBody>
          <a:bodyPr/>
          <a:lstStyle/>
          <a:p>
            <a:fld id="{028A084C-DC64-4503-B3BF-001F74603AD5}" type="slidenum">
              <a:rPr lang="en-US" smtClean="0"/>
              <a:t>7</a:t>
            </a:fld>
            <a:endParaRPr lang="en-US"/>
          </a:p>
        </p:txBody>
      </p:sp>
    </p:spTree>
    <p:extLst>
      <p:ext uri="{BB962C8B-B14F-4D97-AF65-F5344CB8AC3E}">
        <p14:creationId xmlns:p14="http://schemas.microsoft.com/office/powerpoint/2010/main" val="3487871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ADB9A-2997-29E9-D43D-39FA8F6DC012}"/>
              </a:ext>
            </a:extLst>
          </p:cNvPr>
          <p:cNvSpPr>
            <a:spLocks noGrp="1"/>
          </p:cNvSpPr>
          <p:nvPr>
            <p:ph idx="1"/>
          </p:nvPr>
        </p:nvSpPr>
        <p:spPr/>
        <p:txBody>
          <a:bodyPr>
            <a:normAutofit/>
          </a:bodyPr>
          <a:lstStyle/>
          <a:p>
            <a:pPr marL="0" indent="0" algn="ctr">
              <a:buNone/>
            </a:pPr>
            <a:r>
              <a:rPr lang="en-US" sz="6000"/>
              <a:t>THANK YOU!</a:t>
            </a:r>
          </a:p>
        </p:txBody>
      </p:sp>
      <p:sp>
        <p:nvSpPr>
          <p:cNvPr id="4" name="Slide Number Placeholder 3">
            <a:extLst>
              <a:ext uri="{FF2B5EF4-FFF2-40B4-BE49-F238E27FC236}">
                <a16:creationId xmlns:a16="http://schemas.microsoft.com/office/drawing/2014/main" id="{DC53FBB5-F255-8BCD-6732-2FC2DF448C9C}"/>
              </a:ext>
            </a:extLst>
          </p:cNvPr>
          <p:cNvSpPr>
            <a:spLocks noGrp="1"/>
          </p:cNvSpPr>
          <p:nvPr>
            <p:ph type="sldNum" sz="quarter" idx="12"/>
          </p:nvPr>
        </p:nvSpPr>
        <p:spPr/>
        <p:txBody>
          <a:bodyPr/>
          <a:lstStyle/>
          <a:p>
            <a:fld id="{028A084C-DC64-4503-B3BF-001F74603AD5}" type="slidenum">
              <a:rPr lang="en-US" smtClean="0"/>
              <a:t>8</a:t>
            </a:fld>
            <a:endParaRPr lang="en-US"/>
          </a:p>
        </p:txBody>
      </p:sp>
    </p:spTree>
    <p:extLst>
      <p:ext uri="{BB962C8B-B14F-4D97-AF65-F5344CB8AC3E}">
        <p14:creationId xmlns:p14="http://schemas.microsoft.com/office/powerpoint/2010/main" val="3650128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903</Words>
  <Application>Microsoft Office PowerPoint</Application>
  <PresentationFormat>Widescreen</PresentationFormat>
  <Paragraphs>42</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Review Of Mapping Human–Computer Interaction Research Themes and Trends from Its Existence to Today: A Topic Modeling-Based Review of past 60 Years By Fatih Gurcan  , Nergiz Ercil Cagiltay  , and Kursat Cagiltay Published  in  INTERNATIONAL JOURNAL OF HUMAN–COMPUTER INTERACTION,2021</vt:lpstr>
      <vt:lpstr>SUMMARY:</vt:lpstr>
      <vt:lpstr>Strengths:</vt:lpstr>
      <vt:lpstr>Weakness:</vt:lpstr>
      <vt:lpstr>Continued.....</vt:lpstr>
      <vt:lpstr>Conclusion:</vt:lpstr>
      <vt:lpstr>Have you any question????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 Paneru</dc:creator>
  <cp:lastModifiedBy>Deepa Paneru</cp:lastModifiedBy>
  <cp:revision>1</cp:revision>
  <dcterms:created xsi:type="dcterms:W3CDTF">2025-04-30T07:06:42Z</dcterms:created>
  <dcterms:modified xsi:type="dcterms:W3CDTF">2025-05-01T09:30:30Z</dcterms:modified>
</cp:coreProperties>
</file>