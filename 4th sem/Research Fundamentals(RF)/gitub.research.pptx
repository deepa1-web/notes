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4" r:id="rId3"/>
    <p:sldId id="257" r:id="rId4"/>
    <p:sldId id="259" r:id="rId5"/>
    <p:sldId id="260" r:id="rId6"/>
    <p:sldId id="258" r:id="rId7"/>
    <p:sldId id="261" r:id="rId8"/>
    <p:sldId id="263" r:id="rId9"/>
    <p:sldId id="265" r:id="rId10"/>
    <p:sldId id="262"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ABDC9E-DFEF-4411-8120-39634180D11F}" v="1" dt="2025-05-25T00:25:11.8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187" autoAdjust="0"/>
    <p:restoredTop sz="94660"/>
  </p:normalViewPr>
  <p:slideViewPr>
    <p:cSldViewPr snapToGrid="0">
      <p:cViewPr varScale="1">
        <p:scale>
          <a:sx n="80" d="100"/>
          <a:sy n="80" d="100"/>
        </p:scale>
        <p:origin x="108"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a Paneru" userId="109592e82ad92d31" providerId="LiveId" clId="{4AABDC9E-DFEF-4411-8120-39634180D11F}"/>
    <pc:docChg chg="custSel addSld modSld">
      <pc:chgData name="Deepa Paneru" userId="109592e82ad92d31" providerId="LiveId" clId="{4AABDC9E-DFEF-4411-8120-39634180D11F}" dt="2025-05-25T00:25:46.551" v="88" actId="20577"/>
      <pc:docMkLst>
        <pc:docMk/>
      </pc:docMkLst>
      <pc:sldChg chg="modSp mod">
        <pc:chgData name="Deepa Paneru" userId="109592e82ad92d31" providerId="LiveId" clId="{4AABDC9E-DFEF-4411-8120-39634180D11F}" dt="2025-05-24T22:54:52.514" v="0" actId="20577"/>
        <pc:sldMkLst>
          <pc:docMk/>
          <pc:sldMk cId="1104208125" sldId="256"/>
        </pc:sldMkLst>
        <pc:spChg chg="mod">
          <ac:chgData name="Deepa Paneru" userId="109592e82ad92d31" providerId="LiveId" clId="{4AABDC9E-DFEF-4411-8120-39634180D11F}" dt="2025-05-24T22:54:52.514" v="0" actId="20577"/>
          <ac:spMkLst>
            <pc:docMk/>
            <pc:sldMk cId="1104208125" sldId="256"/>
            <ac:spMk id="3" creationId="{BC849768-F394-4CF3-EFAF-5BFA65F2C50C}"/>
          </ac:spMkLst>
        </pc:spChg>
      </pc:sldChg>
      <pc:sldChg chg="modSp mod">
        <pc:chgData name="Deepa Paneru" userId="109592e82ad92d31" providerId="LiveId" clId="{4AABDC9E-DFEF-4411-8120-39634180D11F}" dt="2025-05-24T22:56:02.437" v="8" actId="1076"/>
        <pc:sldMkLst>
          <pc:docMk/>
          <pc:sldMk cId="2429734008" sldId="259"/>
        </pc:sldMkLst>
        <pc:picChg chg="mod">
          <ac:chgData name="Deepa Paneru" userId="109592e82ad92d31" providerId="LiveId" clId="{4AABDC9E-DFEF-4411-8120-39634180D11F}" dt="2025-05-24T22:56:02.437" v="8" actId="1076"/>
          <ac:picMkLst>
            <pc:docMk/>
            <pc:sldMk cId="2429734008" sldId="259"/>
            <ac:picMk id="6" creationId="{C91CFEE9-A35E-129E-649B-C10CE3FB8B61}"/>
          </ac:picMkLst>
        </pc:picChg>
      </pc:sldChg>
      <pc:sldChg chg="modSp mod">
        <pc:chgData name="Deepa Paneru" userId="109592e82ad92d31" providerId="LiveId" clId="{4AABDC9E-DFEF-4411-8120-39634180D11F}" dt="2025-05-24T22:55:34.742" v="5" actId="14100"/>
        <pc:sldMkLst>
          <pc:docMk/>
          <pc:sldMk cId="2748041524" sldId="260"/>
        </pc:sldMkLst>
        <pc:picChg chg="mod">
          <ac:chgData name="Deepa Paneru" userId="109592e82ad92d31" providerId="LiveId" clId="{4AABDC9E-DFEF-4411-8120-39634180D11F}" dt="2025-05-24T22:55:34.742" v="5" actId="14100"/>
          <ac:picMkLst>
            <pc:docMk/>
            <pc:sldMk cId="2748041524" sldId="260"/>
            <ac:picMk id="6" creationId="{A8E3A0B3-8060-38D4-0590-4D16E5D4F18A}"/>
          </ac:picMkLst>
        </pc:picChg>
      </pc:sldChg>
      <pc:sldChg chg="modSp mod">
        <pc:chgData name="Deepa Paneru" userId="109592e82ad92d31" providerId="LiveId" clId="{4AABDC9E-DFEF-4411-8120-39634180D11F}" dt="2025-05-24T22:57:40.800" v="14" actId="20577"/>
        <pc:sldMkLst>
          <pc:docMk/>
          <pc:sldMk cId="1949429308" sldId="262"/>
        </pc:sldMkLst>
        <pc:spChg chg="mod">
          <ac:chgData name="Deepa Paneru" userId="109592e82ad92d31" providerId="LiveId" clId="{4AABDC9E-DFEF-4411-8120-39634180D11F}" dt="2025-05-24T22:57:40.800" v="14" actId="20577"/>
          <ac:spMkLst>
            <pc:docMk/>
            <pc:sldMk cId="1949429308" sldId="262"/>
            <ac:spMk id="6" creationId="{2EA14DF7-EE15-8DE0-41B0-3B00150EE86E}"/>
          </ac:spMkLst>
        </pc:spChg>
      </pc:sldChg>
      <pc:sldChg chg="modSp mod">
        <pc:chgData name="Deepa Paneru" userId="109592e82ad92d31" providerId="LiveId" clId="{4AABDC9E-DFEF-4411-8120-39634180D11F}" dt="2025-05-25T00:25:46.551" v="88" actId="20577"/>
        <pc:sldMkLst>
          <pc:docMk/>
          <pc:sldMk cId="4084476986" sldId="264"/>
        </pc:sldMkLst>
        <pc:spChg chg="mod">
          <ac:chgData name="Deepa Paneru" userId="109592e82ad92d31" providerId="LiveId" clId="{4AABDC9E-DFEF-4411-8120-39634180D11F}" dt="2025-05-25T00:25:46.551" v="88" actId="20577"/>
          <ac:spMkLst>
            <pc:docMk/>
            <pc:sldMk cId="4084476986" sldId="264"/>
            <ac:spMk id="3" creationId="{C515730C-8959-56CC-1A35-12D17FA87D34}"/>
          </ac:spMkLst>
        </pc:spChg>
      </pc:sldChg>
      <pc:sldChg chg="modSp new mod">
        <pc:chgData name="Deepa Paneru" userId="109592e82ad92d31" providerId="LiveId" clId="{4AABDC9E-DFEF-4411-8120-39634180D11F}" dt="2025-05-25T00:25:25.486" v="70" actId="122"/>
        <pc:sldMkLst>
          <pc:docMk/>
          <pc:sldMk cId="3074962078" sldId="266"/>
        </pc:sldMkLst>
        <pc:spChg chg="mod">
          <ac:chgData name="Deepa Paneru" userId="109592e82ad92d31" providerId="LiveId" clId="{4AABDC9E-DFEF-4411-8120-39634180D11F}" dt="2025-05-25T00:24:31.027" v="31" actId="20577"/>
          <ac:spMkLst>
            <pc:docMk/>
            <pc:sldMk cId="3074962078" sldId="266"/>
            <ac:spMk id="2" creationId="{BBAFD9D2-4CCA-FF38-1AA1-BFA98B506AF3}"/>
          </ac:spMkLst>
        </pc:spChg>
        <pc:spChg chg="mod">
          <ac:chgData name="Deepa Paneru" userId="109592e82ad92d31" providerId="LiveId" clId="{4AABDC9E-DFEF-4411-8120-39634180D11F}" dt="2025-05-25T00:25:25.486" v="70" actId="122"/>
          <ac:spMkLst>
            <pc:docMk/>
            <pc:sldMk cId="3074962078" sldId="266"/>
            <ac:spMk id="3" creationId="{5678F981-9417-CBA8-8542-9529FCCD90A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412DDE-4539-4CC4-B21C-AC730726910E}" type="datetimeFigureOut">
              <a:rPr lang="en-US" smtClean="0"/>
              <a:t>5/25/2025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7D23D2-2B2A-4359-976D-1CD1B61286D4}" type="slidenum">
              <a:rPr lang="en-US" smtClean="0"/>
              <a:t>‹#›</a:t>
            </a:fld>
            <a:endParaRPr lang="en-US"/>
          </a:p>
        </p:txBody>
      </p:sp>
    </p:spTree>
    <p:extLst>
      <p:ext uri="{BB962C8B-B14F-4D97-AF65-F5344CB8AC3E}">
        <p14:creationId xmlns:p14="http://schemas.microsoft.com/office/powerpoint/2010/main" val="2284619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7D23D2-2B2A-4359-976D-1CD1B61286D4}" type="slidenum">
              <a:rPr lang="en-US" smtClean="0"/>
              <a:t>3</a:t>
            </a:fld>
            <a:endParaRPr lang="en-US"/>
          </a:p>
        </p:txBody>
      </p:sp>
    </p:spTree>
    <p:extLst>
      <p:ext uri="{BB962C8B-B14F-4D97-AF65-F5344CB8AC3E}">
        <p14:creationId xmlns:p14="http://schemas.microsoft.com/office/powerpoint/2010/main" val="22655238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F2E7E-5A67-CA66-C461-3B2D92E54C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BF9004A-D3EF-3D56-1FBF-01115E7DC0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583375C-ADDE-144D-4661-3445E1F66232}"/>
              </a:ext>
            </a:extLst>
          </p:cNvPr>
          <p:cNvSpPr>
            <a:spLocks noGrp="1"/>
          </p:cNvSpPr>
          <p:nvPr>
            <p:ph type="dt" sz="half" idx="10"/>
          </p:nvPr>
        </p:nvSpPr>
        <p:spPr/>
        <p:txBody>
          <a:bodyPr/>
          <a:lstStyle/>
          <a:p>
            <a:fld id="{9B577E4C-769F-4B6A-A2E4-107721C4FD69}" type="datetime1">
              <a:rPr lang="en-US" smtClean="0"/>
              <a:t>5/25/2025</a:t>
            </a:fld>
            <a:endParaRPr lang="en-US"/>
          </a:p>
        </p:txBody>
      </p:sp>
      <p:sp>
        <p:nvSpPr>
          <p:cNvPr id="5" name="Footer Placeholder 4">
            <a:extLst>
              <a:ext uri="{FF2B5EF4-FFF2-40B4-BE49-F238E27FC236}">
                <a16:creationId xmlns:a16="http://schemas.microsoft.com/office/drawing/2014/main" id="{FB9DF257-9B63-4D08-AD3B-A8F4F63A587C}"/>
              </a:ext>
            </a:extLst>
          </p:cNvPr>
          <p:cNvSpPr>
            <a:spLocks noGrp="1"/>
          </p:cNvSpPr>
          <p:nvPr>
            <p:ph type="ftr" sz="quarter" idx="11"/>
          </p:nvPr>
        </p:nvSpPr>
        <p:spPr/>
        <p:txBody>
          <a:bodyPr/>
          <a:lstStyle/>
          <a:p>
            <a:r>
              <a:rPr lang="en-US"/>
              <a:t>page</a:t>
            </a:r>
          </a:p>
        </p:txBody>
      </p:sp>
      <p:sp>
        <p:nvSpPr>
          <p:cNvPr id="6" name="Slide Number Placeholder 5">
            <a:extLst>
              <a:ext uri="{FF2B5EF4-FFF2-40B4-BE49-F238E27FC236}">
                <a16:creationId xmlns:a16="http://schemas.microsoft.com/office/drawing/2014/main" id="{2DF351AE-1EC0-40D6-7574-80590D4E9EA8}"/>
              </a:ext>
            </a:extLst>
          </p:cNvPr>
          <p:cNvSpPr>
            <a:spLocks noGrp="1"/>
          </p:cNvSpPr>
          <p:nvPr>
            <p:ph type="sldNum" sz="quarter" idx="12"/>
          </p:nvPr>
        </p:nvSpPr>
        <p:spPr/>
        <p:txBody>
          <a:bodyPr/>
          <a:lstStyle/>
          <a:p>
            <a:fld id="{60CC2976-2266-4405-B06E-F7EBE607A419}" type="slidenum">
              <a:rPr lang="en-US" smtClean="0"/>
              <a:t>‹#›</a:t>
            </a:fld>
            <a:endParaRPr lang="en-US"/>
          </a:p>
        </p:txBody>
      </p:sp>
    </p:spTree>
    <p:extLst>
      <p:ext uri="{BB962C8B-B14F-4D97-AF65-F5344CB8AC3E}">
        <p14:creationId xmlns:p14="http://schemas.microsoft.com/office/powerpoint/2010/main" val="1070152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500E8-9700-EF95-7861-7574B9365E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8977B5-4474-2650-25E7-7DAF4C01F9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89B6A1-386D-F225-B92C-C1C6555C180A}"/>
              </a:ext>
            </a:extLst>
          </p:cNvPr>
          <p:cNvSpPr>
            <a:spLocks noGrp="1"/>
          </p:cNvSpPr>
          <p:nvPr>
            <p:ph type="dt" sz="half" idx="10"/>
          </p:nvPr>
        </p:nvSpPr>
        <p:spPr/>
        <p:txBody>
          <a:bodyPr/>
          <a:lstStyle/>
          <a:p>
            <a:fld id="{BDD6B1BD-7C27-4EFE-939C-4082C69BCC12}" type="datetime1">
              <a:rPr lang="en-US" smtClean="0"/>
              <a:t>5/25/2025</a:t>
            </a:fld>
            <a:endParaRPr lang="en-US"/>
          </a:p>
        </p:txBody>
      </p:sp>
      <p:sp>
        <p:nvSpPr>
          <p:cNvPr id="5" name="Footer Placeholder 4">
            <a:extLst>
              <a:ext uri="{FF2B5EF4-FFF2-40B4-BE49-F238E27FC236}">
                <a16:creationId xmlns:a16="http://schemas.microsoft.com/office/drawing/2014/main" id="{110902DB-FF1A-18B8-3AE1-57E7080633B1}"/>
              </a:ext>
            </a:extLst>
          </p:cNvPr>
          <p:cNvSpPr>
            <a:spLocks noGrp="1"/>
          </p:cNvSpPr>
          <p:nvPr>
            <p:ph type="ftr" sz="quarter" idx="11"/>
          </p:nvPr>
        </p:nvSpPr>
        <p:spPr/>
        <p:txBody>
          <a:bodyPr/>
          <a:lstStyle/>
          <a:p>
            <a:r>
              <a:rPr lang="en-US"/>
              <a:t>page</a:t>
            </a:r>
          </a:p>
        </p:txBody>
      </p:sp>
      <p:sp>
        <p:nvSpPr>
          <p:cNvPr id="6" name="Slide Number Placeholder 5">
            <a:extLst>
              <a:ext uri="{FF2B5EF4-FFF2-40B4-BE49-F238E27FC236}">
                <a16:creationId xmlns:a16="http://schemas.microsoft.com/office/drawing/2014/main" id="{C1D6C527-A8CB-9BB5-8A0E-DE1827526379}"/>
              </a:ext>
            </a:extLst>
          </p:cNvPr>
          <p:cNvSpPr>
            <a:spLocks noGrp="1"/>
          </p:cNvSpPr>
          <p:nvPr>
            <p:ph type="sldNum" sz="quarter" idx="12"/>
          </p:nvPr>
        </p:nvSpPr>
        <p:spPr/>
        <p:txBody>
          <a:bodyPr/>
          <a:lstStyle/>
          <a:p>
            <a:fld id="{60CC2976-2266-4405-B06E-F7EBE607A419}" type="slidenum">
              <a:rPr lang="en-US" smtClean="0"/>
              <a:t>‹#›</a:t>
            </a:fld>
            <a:endParaRPr lang="en-US"/>
          </a:p>
        </p:txBody>
      </p:sp>
    </p:spTree>
    <p:extLst>
      <p:ext uri="{BB962C8B-B14F-4D97-AF65-F5344CB8AC3E}">
        <p14:creationId xmlns:p14="http://schemas.microsoft.com/office/powerpoint/2010/main" val="1076595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64BD6-180B-BA54-F487-6276C5BB56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1D5BE25-5CB2-1344-3126-5C9951DD0AE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6AC2F4-2216-FB99-03EB-D351179994D6}"/>
              </a:ext>
            </a:extLst>
          </p:cNvPr>
          <p:cNvSpPr>
            <a:spLocks noGrp="1"/>
          </p:cNvSpPr>
          <p:nvPr>
            <p:ph type="dt" sz="half" idx="10"/>
          </p:nvPr>
        </p:nvSpPr>
        <p:spPr/>
        <p:txBody>
          <a:bodyPr/>
          <a:lstStyle/>
          <a:p>
            <a:fld id="{F2F496BF-85CC-492E-846E-2F3D8C792F1C}" type="datetime1">
              <a:rPr lang="en-US" smtClean="0"/>
              <a:t>5/25/2025</a:t>
            </a:fld>
            <a:endParaRPr lang="en-US"/>
          </a:p>
        </p:txBody>
      </p:sp>
      <p:sp>
        <p:nvSpPr>
          <p:cNvPr id="5" name="Footer Placeholder 4">
            <a:extLst>
              <a:ext uri="{FF2B5EF4-FFF2-40B4-BE49-F238E27FC236}">
                <a16:creationId xmlns:a16="http://schemas.microsoft.com/office/drawing/2014/main" id="{520BBC97-2F62-AB26-1E4F-1AFA9CA331E7}"/>
              </a:ext>
            </a:extLst>
          </p:cNvPr>
          <p:cNvSpPr>
            <a:spLocks noGrp="1"/>
          </p:cNvSpPr>
          <p:nvPr>
            <p:ph type="ftr" sz="quarter" idx="11"/>
          </p:nvPr>
        </p:nvSpPr>
        <p:spPr/>
        <p:txBody>
          <a:bodyPr/>
          <a:lstStyle/>
          <a:p>
            <a:r>
              <a:rPr lang="en-US"/>
              <a:t>page</a:t>
            </a:r>
          </a:p>
        </p:txBody>
      </p:sp>
      <p:sp>
        <p:nvSpPr>
          <p:cNvPr id="6" name="Slide Number Placeholder 5">
            <a:extLst>
              <a:ext uri="{FF2B5EF4-FFF2-40B4-BE49-F238E27FC236}">
                <a16:creationId xmlns:a16="http://schemas.microsoft.com/office/drawing/2014/main" id="{A4AE5D7E-4E5D-F090-0690-2085422B6E3E}"/>
              </a:ext>
            </a:extLst>
          </p:cNvPr>
          <p:cNvSpPr>
            <a:spLocks noGrp="1"/>
          </p:cNvSpPr>
          <p:nvPr>
            <p:ph type="sldNum" sz="quarter" idx="12"/>
          </p:nvPr>
        </p:nvSpPr>
        <p:spPr/>
        <p:txBody>
          <a:bodyPr/>
          <a:lstStyle/>
          <a:p>
            <a:fld id="{60CC2976-2266-4405-B06E-F7EBE607A419}" type="slidenum">
              <a:rPr lang="en-US" smtClean="0"/>
              <a:t>‹#›</a:t>
            </a:fld>
            <a:endParaRPr lang="en-US"/>
          </a:p>
        </p:txBody>
      </p:sp>
    </p:spTree>
    <p:extLst>
      <p:ext uri="{BB962C8B-B14F-4D97-AF65-F5344CB8AC3E}">
        <p14:creationId xmlns:p14="http://schemas.microsoft.com/office/powerpoint/2010/main" val="2234578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D10DD-C72E-6483-5D6E-1D13D6B7AB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16D76C-9513-CF4B-9181-6DC2EECB36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684EC4-39BB-2E5A-A8B3-CDC5B07B89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94C173B-8EE3-6C7B-3E46-30E67146AB27}"/>
              </a:ext>
            </a:extLst>
          </p:cNvPr>
          <p:cNvSpPr>
            <a:spLocks noGrp="1"/>
          </p:cNvSpPr>
          <p:nvPr>
            <p:ph type="dt" sz="half" idx="10"/>
          </p:nvPr>
        </p:nvSpPr>
        <p:spPr/>
        <p:txBody>
          <a:bodyPr/>
          <a:lstStyle/>
          <a:p>
            <a:fld id="{912A2A4C-DF84-40D4-AFB2-8D607424E701}" type="datetime1">
              <a:rPr lang="en-US" smtClean="0"/>
              <a:t>5/25/2025</a:t>
            </a:fld>
            <a:endParaRPr lang="en-US"/>
          </a:p>
        </p:txBody>
      </p:sp>
      <p:sp>
        <p:nvSpPr>
          <p:cNvPr id="6" name="Footer Placeholder 5">
            <a:extLst>
              <a:ext uri="{FF2B5EF4-FFF2-40B4-BE49-F238E27FC236}">
                <a16:creationId xmlns:a16="http://schemas.microsoft.com/office/drawing/2014/main" id="{8FC7BA4C-09FE-11E4-4F92-10BB0D81D936}"/>
              </a:ext>
            </a:extLst>
          </p:cNvPr>
          <p:cNvSpPr>
            <a:spLocks noGrp="1"/>
          </p:cNvSpPr>
          <p:nvPr>
            <p:ph type="ftr" sz="quarter" idx="11"/>
          </p:nvPr>
        </p:nvSpPr>
        <p:spPr/>
        <p:txBody>
          <a:bodyPr/>
          <a:lstStyle/>
          <a:p>
            <a:r>
              <a:rPr lang="en-US"/>
              <a:t>page</a:t>
            </a:r>
          </a:p>
        </p:txBody>
      </p:sp>
      <p:sp>
        <p:nvSpPr>
          <p:cNvPr id="7" name="Slide Number Placeholder 6">
            <a:extLst>
              <a:ext uri="{FF2B5EF4-FFF2-40B4-BE49-F238E27FC236}">
                <a16:creationId xmlns:a16="http://schemas.microsoft.com/office/drawing/2014/main" id="{B23164C3-BF8F-37F0-92C9-D44D9EDD00D6}"/>
              </a:ext>
            </a:extLst>
          </p:cNvPr>
          <p:cNvSpPr>
            <a:spLocks noGrp="1"/>
          </p:cNvSpPr>
          <p:nvPr>
            <p:ph type="sldNum" sz="quarter" idx="12"/>
          </p:nvPr>
        </p:nvSpPr>
        <p:spPr/>
        <p:txBody>
          <a:bodyPr/>
          <a:lstStyle/>
          <a:p>
            <a:fld id="{60CC2976-2266-4405-B06E-F7EBE607A419}" type="slidenum">
              <a:rPr lang="en-US" smtClean="0"/>
              <a:t>‹#›</a:t>
            </a:fld>
            <a:endParaRPr lang="en-US"/>
          </a:p>
        </p:txBody>
      </p:sp>
    </p:spTree>
    <p:extLst>
      <p:ext uri="{BB962C8B-B14F-4D97-AF65-F5344CB8AC3E}">
        <p14:creationId xmlns:p14="http://schemas.microsoft.com/office/powerpoint/2010/main" val="2017365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059D3-9D87-5B11-2E75-C91343B2D2D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F4F933D-15DD-5286-9125-BD49B6C12E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7CCB1B-1F6D-1714-070B-A85159DC41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071BCAB-B018-0189-99DC-5DBCA1BADB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F3F5AD-CF97-7268-17E4-D2531C8569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B6E0A82-D41D-2C59-9BF2-C6E1D78BDA10}"/>
              </a:ext>
            </a:extLst>
          </p:cNvPr>
          <p:cNvSpPr>
            <a:spLocks noGrp="1"/>
          </p:cNvSpPr>
          <p:nvPr>
            <p:ph type="dt" sz="half" idx="10"/>
          </p:nvPr>
        </p:nvSpPr>
        <p:spPr/>
        <p:txBody>
          <a:bodyPr/>
          <a:lstStyle/>
          <a:p>
            <a:fld id="{32310114-B0B2-4B3F-AA7E-2FD516AB4E2D}" type="datetime1">
              <a:rPr lang="en-US" smtClean="0"/>
              <a:t>5/25/2025</a:t>
            </a:fld>
            <a:endParaRPr lang="en-US"/>
          </a:p>
        </p:txBody>
      </p:sp>
      <p:sp>
        <p:nvSpPr>
          <p:cNvPr id="8" name="Footer Placeholder 7">
            <a:extLst>
              <a:ext uri="{FF2B5EF4-FFF2-40B4-BE49-F238E27FC236}">
                <a16:creationId xmlns:a16="http://schemas.microsoft.com/office/drawing/2014/main" id="{C99DC18C-2218-D405-75D1-70A648A902E1}"/>
              </a:ext>
            </a:extLst>
          </p:cNvPr>
          <p:cNvSpPr>
            <a:spLocks noGrp="1"/>
          </p:cNvSpPr>
          <p:nvPr>
            <p:ph type="ftr" sz="quarter" idx="11"/>
          </p:nvPr>
        </p:nvSpPr>
        <p:spPr/>
        <p:txBody>
          <a:bodyPr/>
          <a:lstStyle/>
          <a:p>
            <a:r>
              <a:rPr lang="en-US"/>
              <a:t>page</a:t>
            </a:r>
          </a:p>
        </p:txBody>
      </p:sp>
      <p:sp>
        <p:nvSpPr>
          <p:cNvPr id="9" name="Slide Number Placeholder 8">
            <a:extLst>
              <a:ext uri="{FF2B5EF4-FFF2-40B4-BE49-F238E27FC236}">
                <a16:creationId xmlns:a16="http://schemas.microsoft.com/office/drawing/2014/main" id="{4B8448E0-29E0-3378-A4F4-A8EB47E5EB63}"/>
              </a:ext>
            </a:extLst>
          </p:cNvPr>
          <p:cNvSpPr>
            <a:spLocks noGrp="1"/>
          </p:cNvSpPr>
          <p:nvPr>
            <p:ph type="sldNum" sz="quarter" idx="12"/>
          </p:nvPr>
        </p:nvSpPr>
        <p:spPr/>
        <p:txBody>
          <a:bodyPr/>
          <a:lstStyle/>
          <a:p>
            <a:fld id="{60CC2976-2266-4405-B06E-F7EBE607A419}" type="slidenum">
              <a:rPr lang="en-US" smtClean="0"/>
              <a:t>‹#›</a:t>
            </a:fld>
            <a:endParaRPr lang="en-US"/>
          </a:p>
        </p:txBody>
      </p:sp>
    </p:spTree>
    <p:extLst>
      <p:ext uri="{BB962C8B-B14F-4D97-AF65-F5344CB8AC3E}">
        <p14:creationId xmlns:p14="http://schemas.microsoft.com/office/powerpoint/2010/main" val="3024983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A51DC-7404-E17E-593F-EFC928D67C9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F8A02BB-529A-80D2-7EBA-8C5199869F14}"/>
              </a:ext>
            </a:extLst>
          </p:cNvPr>
          <p:cNvSpPr>
            <a:spLocks noGrp="1"/>
          </p:cNvSpPr>
          <p:nvPr>
            <p:ph type="dt" sz="half" idx="10"/>
          </p:nvPr>
        </p:nvSpPr>
        <p:spPr/>
        <p:txBody>
          <a:bodyPr/>
          <a:lstStyle/>
          <a:p>
            <a:fld id="{C58A3655-C041-4396-80F8-B1E213ED8C4C}" type="datetime1">
              <a:rPr lang="en-US" smtClean="0"/>
              <a:t>5/25/2025</a:t>
            </a:fld>
            <a:endParaRPr lang="en-US"/>
          </a:p>
        </p:txBody>
      </p:sp>
      <p:sp>
        <p:nvSpPr>
          <p:cNvPr id="4" name="Footer Placeholder 3">
            <a:extLst>
              <a:ext uri="{FF2B5EF4-FFF2-40B4-BE49-F238E27FC236}">
                <a16:creationId xmlns:a16="http://schemas.microsoft.com/office/drawing/2014/main" id="{D484349C-9094-0D66-45AC-68454F7F11AB}"/>
              </a:ext>
            </a:extLst>
          </p:cNvPr>
          <p:cNvSpPr>
            <a:spLocks noGrp="1"/>
          </p:cNvSpPr>
          <p:nvPr>
            <p:ph type="ftr" sz="quarter" idx="11"/>
          </p:nvPr>
        </p:nvSpPr>
        <p:spPr/>
        <p:txBody>
          <a:bodyPr/>
          <a:lstStyle/>
          <a:p>
            <a:r>
              <a:rPr lang="en-US"/>
              <a:t>page</a:t>
            </a:r>
          </a:p>
        </p:txBody>
      </p:sp>
      <p:sp>
        <p:nvSpPr>
          <p:cNvPr id="5" name="Slide Number Placeholder 4">
            <a:extLst>
              <a:ext uri="{FF2B5EF4-FFF2-40B4-BE49-F238E27FC236}">
                <a16:creationId xmlns:a16="http://schemas.microsoft.com/office/drawing/2014/main" id="{86A2DD7B-60B7-644C-D52D-2A35249E99F8}"/>
              </a:ext>
            </a:extLst>
          </p:cNvPr>
          <p:cNvSpPr>
            <a:spLocks noGrp="1"/>
          </p:cNvSpPr>
          <p:nvPr>
            <p:ph type="sldNum" sz="quarter" idx="12"/>
          </p:nvPr>
        </p:nvSpPr>
        <p:spPr/>
        <p:txBody>
          <a:bodyPr/>
          <a:lstStyle/>
          <a:p>
            <a:fld id="{60CC2976-2266-4405-B06E-F7EBE607A419}" type="slidenum">
              <a:rPr lang="en-US" smtClean="0"/>
              <a:t>‹#›</a:t>
            </a:fld>
            <a:endParaRPr lang="en-US"/>
          </a:p>
        </p:txBody>
      </p:sp>
    </p:spTree>
    <p:extLst>
      <p:ext uri="{BB962C8B-B14F-4D97-AF65-F5344CB8AC3E}">
        <p14:creationId xmlns:p14="http://schemas.microsoft.com/office/powerpoint/2010/main" val="2782106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BEFC8F-5221-F32E-61B0-8396C689F31A}"/>
              </a:ext>
            </a:extLst>
          </p:cNvPr>
          <p:cNvSpPr>
            <a:spLocks noGrp="1"/>
          </p:cNvSpPr>
          <p:nvPr>
            <p:ph type="dt" sz="half" idx="10"/>
          </p:nvPr>
        </p:nvSpPr>
        <p:spPr/>
        <p:txBody>
          <a:bodyPr/>
          <a:lstStyle/>
          <a:p>
            <a:fld id="{2D843E2E-5FFB-46DE-B2EC-7DCBEB2B9039}" type="datetime1">
              <a:rPr lang="en-US" smtClean="0"/>
              <a:t>5/25/2025</a:t>
            </a:fld>
            <a:endParaRPr lang="en-US"/>
          </a:p>
        </p:txBody>
      </p:sp>
      <p:sp>
        <p:nvSpPr>
          <p:cNvPr id="3" name="Footer Placeholder 2">
            <a:extLst>
              <a:ext uri="{FF2B5EF4-FFF2-40B4-BE49-F238E27FC236}">
                <a16:creationId xmlns:a16="http://schemas.microsoft.com/office/drawing/2014/main" id="{9002DD9F-9FFA-4C9E-7E0C-E6DE3FD415D7}"/>
              </a:ext>
            </a:extLst>
          </p:cNvPr>
          <p:cNvSpPr>
            <a:spLocks noGrp="1"/>
          </p:cNvSpPr>
          <p:nvPr>
            <p:ph type="ftr" sz="quarter" idx="11"/>
          </p:nvPr>
        </p:nvSpPr>
        <p:spPr/>
        <p:txBody>
          <a:bodyPr/>
          <a:lstStyle/>
          <a:p>
            <a:r>
              <a:rPr lang="en-US"/>
              <a:t>page</a:t>
            </a:r>
          </a:p>
        </p:txBody>
      </p:sp>
      <p:sp>
        <p:nvSpPr>
          <p:cNvPr id="4" name="Slide Number Placeholder 3">
            <a:extLst>
              <a:ext uri="{FF2B5EF4-FFF2-40B4-BE49-F238E27FC236}">
                <a16:creationId xmlns:a16="http://schemas.microsoft.com/office/drawing/2014/main" id="{5315B5E7-7A1D-7479-6601-5B8885E49644}"/>
              </a:ext>
            </a:extLst>
          </p:cNvPr>
          <p:cNvSpPr>
            <a:spLocks noGrp="1"/>
          </p:cNvSpPr>
          <p:nvPr>
            <p:ph type="sldNum" sz="quarter" idx="12"/>
          </p:nvPr>
        </p:nvSpPr>
        <p:spPr/>
        <p:txBody>
          <a:bodyPr/>
          <a:lstStyle/>
          <a:p>
            <a:fld id="{60CC2976-2266-4405-B06E-F7EBE607A419}" type="slidenum">
              <a:rPr lang="en-US" smtClean="0"/>
              <a:t>‹#›</a:t>
            </a:fld>
            <a:endParaRPr lang="en-US"/>
          </a:p>
        </p:txBody>
      </p:sp>
    </p:spTree>
    <p:extLst>
      <p:ext uri="{BB962C8B-B14F-4D97-AF65-F5344CB8AC3E}">
        <p14:creationId xmlns:p14="http://schemas.microsoft.com/office/powerpoint/2010/main" val="591340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910BF-15DD-65AD-725A-B3382CE062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DBCDDE0-A232-5FBE-5066-96CDD020BF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6873837-AA35-63AE-5ECA-989A9E7AA0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147A8C-1A75-55C6-921D-B2B78BEAE1C5}"/>
              </a:ext>
            </a:extLst>
          </p:cNvPr>
          <p:cNvSpPr>
            <a:spLocks noGrp="1"/>
          </p:cNvSpPr>
          <p:nvPr>
            <p:ph type="dt" sz="half" idx="10"/>
          </p:nvPr>
        </p:nvSpPr>
        <p:spPr/>
        <p:txBody>
          <a:bodyPr/>
          <a:lstStyle/>
          <a:p>
            <a:fld id="{D580EFDC-7BF9-4C54-81F9-95927F00645A}" type="datetime1">
              <a:rPr lang="en-US" smtClean="0"/>
              <a:t>5/25/2025</a:t>
            </a:fld>
            <a:endParaRPr lang="en-US"/>
          </a:p>
        </p:txBody>
      </p:sp>
      <p:sp>
        <p:nvSpPr>
          <p:cNvPr id="6" name="Footer Placeholder 5">
            <a:extLst>
              <a:ext uri="{FF2B5EF4-FFF2-40B4-BE49-F238E27FC236}">
                <a16:creationId xmlns:a16="http://schemas.microsoft.com/office/drawing/2014/main" id="{EBDC0E9E-1394-9881-FC74-08B9B92F6659}"/>
              </a:ext>
            </a:extLst>
          </p:cNvPr>
          <p:cNvSpPr>
            <a:spLocks noGrp="1"/>
          </p:cNvSpPr>
          <p:nvPr>
            <p:ph type="ftr" sz="quarter" idx="11"/>
          </p:nvPr>
        </p:nvSpPr>
        <p:spPr/>
        <p:txBody>
          <a:bodyPr/>
          <a:lstStyle/>
          <a:p>
            <a:r>
              <a:rPr lang="en-US"/>
              <a:t>page</a:t>
            </a:r>
          </a:p>
        </p:txBody>
      </p:sp>
      <p:sp>
        <p:nvSpPr>
          <p:cNvPr id="7" name="Slide Number Placeholder 6">
            <a:extLst>
              <a:ext uri="{FF2B5EF4-FFF2-40B4-BE49-F238E27FC236}">
                <a16:creationId xmlns:a16="http://schemas.microsoft.com/office/drawing/2014/main" id="{F7410384-C8CA-DCCD-D06C-575D328CA96C}"/>
              </a:ext>
            </a:extLst>
          </p:cNvPr>
          <p:cNvSpPr>
            <a:spLocks noGrp="1"/>
          </p:cNvSpPr>
          <p:nvPr>
            <p:ph type="sldNum" sz="quarter" idx="12"/>
          </p:nvPr>
        </p:nvSpPr>
        <p:spPr/>
        <p:txBody>
          <a:bodyPr/>
          <a:lstStyle/>
          <a:p>
            <a:fld id="{60CC2976-2266-4405-B06E-F7EBE607A419}" type="slidenum">
              <a:rPr lang="en-US" smtClean="0"/>
              <a:t>‹#›</a:t>
            </a:fld>
            <a:endParaRPr lang="en-US"/>
          </a:p>
        </p:txBody>
      </p:sp>
    </p:spTree>
    <p:extLst>
      <p:ext uri="{BB962C8B-B14F-4D97-AF65-F5344CB8AC3E}">
        <p14:creationId xmlns:p14="http://schemas.microsoft.com/office/powerpoint/2010/main" val="24420494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57800-651E-82D0-3D6C-9298ECB22D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710E842-B2CA-7502-D22D-A09758C4DD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7744105-E07B-2EBD-A0DC-AFBEAF63DF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850750-D3E3-516E-49BC-27C3F3D16FB0}"/>
              </a:ext>
            </a:extLst>
          </p:cNvPr>
          <p:cNvSpPr>
            <a:spLocks noGrp="1"/>
          </p:cNvSpPr>
          <p:nvPr>
            <p:ph type="dt" sz="half" idx="10"/>
          </p:nvPr>
        </p:nvSpPr>
        <p:spPr/>
        <p:txBody>
          <a:bodyPr/>
          <a:lstStyle/>
          <a:p>
            <a:fld id="{87913035-2C2A-4781-8BD1-0EE2231C2EB0}" type="datetime1">
              <a:rPr lang="en-US" smtClean="0"/>
              <a:t>5/25/2025</a:t>
            </a:fld>
            <a:endParaRPr lang="en-US"/>
          </a:p>
        </p:txBody>
      </p:sp>
      <p:sp>
        <p:nvSpPr>
          <p:cNvPr id="6" name="Footer Placeholder 5">
            <a:extLst>
              <a:ext uri="{FF2B5EF4-FFF2-40B4-BE49-F238E27FC236}">
                <a16:creationId xmlns:a16="http://schemas.microsoft.com/office/drawing/2014/main" id="{BB1A3434-5EBF-117A-502E-C076A4BE1338}"/>
              </a:ext>
            </a:extLst>
          </p:cNvPr>
          <p:cNvSpPr>
            <a:spLocks noGrp="1"/>
          </p:cNvSpPr>
          <p:nvPr>
            <p:ph type="ftr" sz="quarter" idx="11"/>
          </p:nvPr>
        </p:nvSpPr>
        <p:spPr/>
        <p:txBody>
          <a:bodyPr/>
          <a:lstStyle/>
          <a:p>
            <a:r>
              <a:rPr lang="en-US"/>
              <a:t>page</a:t>
            </a:r>
          </a:p>
        </p:txBody>
      </p:sp>
      <p:sp>
        <p:nvSpPr>
          <p:cNvPr id="7" name="Slide Number Placeholder 6">
            <a:extLst>
              <a:ext uri="{FF2B5EF4-FFF2-40B4-BE49-F238E27FC236}">
                <a16:creationId xmlns:a16="http://schemas.microsoft.com/office/drawing/2014/main" id="{7F8A2A7B-C159-0FDA-A88D-CF5B0849683F}"/>
              </a:ext>
            </a:extLst>
          </p:cNvPr>
          <p:cNvSpPr>
            <a:spLocks noGrp="1"/>
          </p:cNvSpPr>
          <p:nvPr>
            <p:ph type="sldNum" sz="quarter" idx="12"/>
          </p:nvPr>
        </p:nvSpPr>
        <p:spPr/>
        <p:txBody>
          <a:bodyPr/>
          <a:lstStyle/>
          <a:p>
            <a:fld id="{60CC2976-2266-4405-B06E-F7EBE607A419}" type="slidenum">
              <a:rPr lang="en-US" smtClean="0"/>
              <a:t>‹#›</a:t>
            </a:fld>
            <a:endParaRPr lang="en-US"/>
          </a:p>
        </p:txBody>
      </p:sp>
    </p:spTree>
    <p:extLst>
      <p:ext uri="{BB962C8B-B14F-4D97-AF65-F5344CB8AC3E}">
        <p14:creationId xmlns:p14="http://schemas.microsoft.com/office/powerpoint/2010/main" val="721632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765AC-FD76-4B02-6151-9578EF8050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6BD5C09-14A6-D756-819F-35E41FFD3C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69F66D-C623-E447-BC03-F44DFA8FDF4A}"/>
              </a:ext>
            </a:extLst>
          </p:cNvPr>
          <p:cNvSpPr>
            <a:spLocks noGrp="1"/>
          </p:cNvSpPr>
          <p:nvPr>
            <p:ph type="dt" sz="half" idx="10"/>
          </p:nvPr>
        </p:nvSpPr>
        <p:spPr/>
        <p:txBody>
          <a:bodyPr/>
          <a:lstStyle/>
          <a:p>
            <a:fld id="{2D044B74-D34C-425F-ABD7-91E0F6297708}" type="datetime1">
              <a:rPr lang="en-US" smtClean="0"/>
              <a:t>5/25/2025</a:t>
            </a:fld>
            <a:endParaRPr lang="en-US"/>
          </a:p>
        </p:txBody>
      </p:sp>
      <p:sp>
        <p:nvSpPr>
          <p:cNvPr id="5" name="Footer Placeholder 4">
            <a:extLst>
              <a:ext uri="{FF2B5EF4-FFF2-40B4-BE49-F238E27FC236}">
                <a16:creationId xmlns:a16="http://schemas.microsoft.com/office/drawing/2014/main" id="{2C031DA9-CAA3-5248-6F46-65AFE8C56ED0}"/>
              </a:ext>
            </a:extLst>
          </p:cNvPr>
          <p:cNvSpPr>
            <a:spLocks noGrp="1"/>
          </p:cNvSpPr>
          <p:nvPr>
            <p:ph type="ftr" sz="quarter" idx="11"/>
          </p:nvPr>
        </p:nvSpPr>
        <p:spPr/>
        <p:txBody>
          <a:bodyPr/>
          <a:lstStyle/>
          <a:p>
            <a:r>
              <a:rPr lang="en-US"/>
              <a:t>page</a:t>
            </a:r>
          </a:p>
        </p:txBody>
      </p:sp>
      <p:sp>
        <p:nvSpPr>
          <p:cNvPr id="6" name="Slide Number Placeholder 5">
            <a:extLst>
              <a:ext uri="{FF2B5EF4-FFF2-40B4-BE49-F238E27FC236}">
                <a16:creationId xmlns:a16="http://schemas.microsoft.com/office/drawing/2014/main" id="{E74207C2-7A33-8522-A06E-514258C982EA}"/>
              </a:ext>
            </a:extLst>
          </p:cNvPr>
          <p:cNvSpPr>
            <a:spLocks noGrp="1"/>
          </p:cNvSpPr>
          <p:nvPr>
            <p:ph type="sldNum" sz="quarter" idx="12"/>
          </p:nvPr>
        </p:nvSpPr>
        <p:spPr/>
        <p:txBody>
          <a:bodyPr/>
          <a:lstStyle/>
          <a:p>
            <a:fld id="{60CC2976-2266-4405-B06E-F7EBE607A419}" type="slidenum">
              <a:rPr lang="en-US" smtClean="0"/>
              <a:t>‹#›</a:t>
            </a:fld>
            <a:endParaRPr lang="en-US"/>
          </a:p>
        </p:txBody>
      </p:sp>
    </p:spTree>
    <p:extLst>
      <p:ext uri="{BB962C8B-B14F-4D97-AF65-F5344CB8AC3E}">
        <p14:creationId xmlns:p14="http://schemas.microsoft.com/office/powerpoint/2010/main" val="26347010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01C9C2-1C55-E8D9-CE75-B224540D7F9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ECD83C9-52B6-6503-213E-EF6CA94C73C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78284C-B2FF-92F1-A784-D4C0E9DB9199}"/>
              </a:ext>
            </a:extLst>
          </p:cNvPr>
          <p:cNvSpPr>
            <a:spLocks noGrp="1"/>
          </p:cNvSpPr>
          <p:nvPr>
            <p:ph type="dt" sz="half" idx="10"/>
          </p:nvPr>
        </p:nvSpPr>
        <p:spPr/>
        <p:txBody>
          <a:bodyPr/>
          <a:lstStyle/>
          <a:p>
            <a:fld id="{62362C73-9948-41FA-916B-FED322769B9C}" type="datetime1">
              <a:rPr lang="en-US" smtClean="0"/>
              <a:t>5/25/2025</a:t>
            </a:fld>
            <a:endParaRPr lang="en-US"/>
          </a:p>
        </p:txBody>
      </p:sp>
      <p:sp>
        <p:nvSpPr>
          <p:cNvPr id="5" name="Footer Placeholder 4">
            <a:extLst>
              <a:ext uri="{FF2B5EF4-FFF2-40B4-BE49-F238E27FC236}">
                <a16:creationId xmlns:a16="http://schemas.microsoft.com/office/drawing/2014/main" id="{5DB534CE-C35B-7F4E-FE34-CC3429B46F3F}"/>
              </a:ext>
            </a:extLst>
          </p:cNvPr>
          <p:cNvSpPr>
            <a:spLocks noGrp="1"/>
          </p:cNvSpPr>
          <p:nvPr>
            <p:ph type="ftr" sz="quarter" idx="11"/>
          </p:nvPr>
        </p:nvSpPr>
        <p:spPr/>
        <p:txBody>
          <a:bodyPr/>
          <a:lstStyle/>
          <a:p>
            <a:r>
              <a:rPr lang="en-US"/>
              <a:t>page</a:t>
            </a:r>
          </a:p>
        </p:txBody>
      </p:sp>
      <p:sp>
        <p:nvSpPr>
          <p:cNvPr id="6" name="Slide Number Placeholder 5">
            <a:extLst>
              <a:ext uri="{FF2B5EF4-FFF2-40B4-BE49-F238E27FC236}">
                <a16:creationId xmlns:a16="http://schemas.microsoft.com/office/drawing/2014/main" id="{5A0525F7-4C5A-6C02-1F5C-204CB30291B3}"/>
              </a:ext>
            </a:extLst>
          </p:cNvPr>
          <p:cNvSpPr>
            <a:spLocks noGrp="1"/>
          </p:cNvSpPr>
          <p:nvPr>
            <p:ph type="sldNum" sz="quarter" idx="12"/>
          </p:nvPr>
        </p:nvSpPr>
        <p:spPr/>
        <p:txBody>
          <a:bodyPr/>
          <a:lstStyle/>
          <a:p>
            <a:fld id="{60CC2976-2266-4405-B06E-F7EBE607A419}" type="slidenum">
              <a:rPr lang="en-US" smtClean="0"/>
              <a:t>‹#›</a:t>
            </a:fld>
            <a:endParaRPr lang="en-US"/>
          </a:p>
        </p:txBody>
      </p:sp>
    </p:spTree>
    <p:extLst>
      <p:ext uri="{BB962C8B-B14F-4D97-AF65-F5344CB8AC3E}">
        <p14:creationId xmlns:p14="http://schemas.microsoft.com/office/powerpoint/2010/main" val="40723417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6635AA-9973-F5CA-85C0-BFA595948C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5C2AE9-E926-33C9-528E-3F821DC5D3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A1D1B0-C020-8A86-7DCC-6CA4837FC46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E0C57E-2C25-4317-BBC5-007490B2821F}" type="datetime1">
              <a:rPr lang="en-US" smtClean="0"/>
              <a:t>5/25/2025</a:t>
            </a:fld>
            <a:endParaRPr lang="en-US"/>
          </a:p>
        </p:txBody>
      </p:sp>
      <p:sp>
        <p:nvSpPr>
          <p:cNvPr id="5" name="Footer Placeholder 4">
            <a:extLst>
              <a:ext uri="{FF2B5EF4-FFF2-40B4-BE49-F238E27FC236}">
                <a16:creationId xmlns:a16="http://schemas.microsoft.com/office/drawing/2014/main" id="{76885A20-934F-F12C-38EB-AE1049BA26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page</a:t>
            </a:r>
          </a:p>
        </p:txBody>
      </p:sp>
      <p:sp>
        <p:nvSpPr>
          <p:cNvPr id="6" name="Slide Number Placeholder 5">
            <a:extLst>
              <a:ext uri="{FF2B5EF4-FFF2-40B4-BE49-F238E27FC236}">
                <a16:creationId xmlns:a16="http://schemas.microsoft.com/office/drawing/2014/main" id="{C926DEB9-D922-2B76-BB7F-58A869A21D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0CC2976-2266-4405-B06E-F7EBE607A419}" type="slidenum">
              <a:rPr lang="en-US" smtClean="0"/>
              <a:t>‹#›</a:t>
            </a:fld>
            <a:endParaRPr lang="en-US"/>
          </a:p>
        </p:txBody>
      </p:sp>
    </p:spTree>
    <p:extLst>
      <p:ext uri="{BB962C8B-B14F-4D97-AF65-F5344CB8AC3E}">
        <p14:creationId xmlns:p14="http://schemas.microsoft.com/office/powerpoint/2010/main" val="12491104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73A30-6564-C71C-3903-82B725189C5E}"/>
              </a:ext>
            </a:extLst>
          </p:cNvPr>
          <p:cNvSpPr>
            <a:spLocks noGrp="1"/>
          </p:cNvSpPr>
          <p:nvPr>
            <p:ph type="ctrTitle"/>
          </p:nvPr>
        </p:nvSpPr>
        <p:spPr/>
        <p:txBody>
          <a:bodyPr/>
          <a:lstStyle/>
          <a:p>
            <a:r>
              <a:rPr lang="en-US" dirty="0"/>
              <a:t>Research on </a:t>
            </a:r>
            <a:r>
              <a:rPr lang="en-US" dirty="0" err="1"/>
              <a:t>Github</a:t>
            </a:r>
            <a:br>
              <a:rPr lang="en-US" dirty="0"/>
            </a:br>
            <a:endParaRPr lang="en-US" dirty="0"/>
          </a:p>
        </p:txBody>
      </p:sp>
      <p:sp>
        <p:nvSpPr>
          <p:cNvPr id="3" name="Subtitle 2">
            <a:extLst>
              <a:ext uri="{FF2B5EF4-FFF2-40B4-BE49-F238E27FC236}">
                <a16:creationId xmlns:a16="http://schemas.microsoft.com/office/drawing/2014/main" id="{BC849768-F394-4CF3-EFAF-5BFA65F2C50C}"/>
              </a:ext>
            </a:extLst>
          </p:cNvPr>
          <p:cNvSpPr>
            <a:spLocks noGrp="1"/>
          </p:cNvSpPr>
          <p:nvPr>
            <p:ph type="subTitle" idx="1"/>
          </p:nvPr>
        </p:nvSpPr>
        <p:spPr>
          <a:xfrm>
            <a:off x="1148861" y="3112721"/>
            <a:ext cx="9144000" cy="2622916"/>
          </a:xfrm>
        </p:spPr>
        <p:txBody>
          <a:bodyPr>
            <a:normAutofit fontScale="40000" lnSpcReduction="20000"/>
          </a:bodyPr>
          <a:lstStyle/>
          <a:p>
            <a:r>
              <a:rPr lang="en-US" sz="5600" dirty="0"/>
              <a:t>Interested are:</a:t>
            </a:r>
          </a:p>
          <a:p>
            <a:pPr marL="342900" indent="-342900" algn="l">
              <a:buFont typeface="Arial" panose="020B0604020202020204" pitchFamily="34" charset="0"/>
              <a:buChar char="•"/>
            </a:pPr>
            <a:r>
              <a:rPr lang="en-US" sz="5000" dirty="0"/>
              <a:t>Deepa Paneru</a:t>
            </a:r>
          </a:p>
          <a:p>
            <a:pPr marL="342900" indent="-342900" algn="l">
              <a:buFont typeface="Arial" panose="020B0604020202020204" pitchFamily="34" charset="0"/>
              <a:buChar char="•"/>
            </a:pPr>
            <a:r>
              <a:rPr lang="en-US" sz="5000" dirty="0"/>
              <a:t>Kamala Mishra </a:t>
            </a:r>
          </a:p>
          <a:p>
            <a:pPr marL="342900" indent="-342900" algn="l">
              <a:buFont typeface="Arial" panose="020B0604020202020204" pitchFamily="34" charset="0"/>
              <a:buChar char="•"/>
            </a:pPr>
            <a:r>
              <a:rPr lang="en-US" sz="5000" dirty="0" err="1"/>
              <a:t>Lilawati</a:t>
            </a:r>
            <a:r>
              <a:rPr lang="en-US" sz="5000" dirty="0"/>
              <a:t> Rana</a:t>
            </a:r>
          </a:p>
          <a:p>
            <a:pPr marL="342900" indent="-342900" algn="l">
              <a:buFont typeface="Arial" panose="020B0604020202020204" pitchFamily="34" charset="0"/>
              <a:buChar char="•"/>
            </a:pPr>
            <a:r>
              <a:rPr lang="en-US" sz="5000" dirty="0" err="1"/>
              <a:t>Niruta</a:t>
            </a:r>
            <a:r>
              <a:rPr lang="en-US" sz="5000" dirty="0"/>
              <a:t> Chaudhary</a:t>
            </a:r>
          </a:p>
          <a:p>
            <a:pPr marL="342900" indent="-342900" algn="l">
              <a:buFont typeface="Arial" panose="020B0604020202020204" pitchFamily="34" charset="0"/>
              <a:buChar char="•"/>
            </a:pPr>
            <a:r>
              <a:rPr lang="en-US" sz="5000" dirty="0"/>
              <a:t>Purnima Pant</a:t>
            </a:r>
          </a:p>
          <a:p>
            <a:pPr marL="342900" indent="-342900" algn="l">
              <a:buFont typeface="Arial" panose="020B0604020202020204" pitchFamily="34" charset="0"/>
              <a:buChar char="•"/>
            </a:pPr>
            <a:r>
              <a:rPr lang="en-US" sz="5000" dirty="0"/>
              <a:t>Suma Tharu</a:t>
            </a:r>
          </a:p>
          <a:p>
            <a:pPr marL="342900" indent="-342900" algn="l">
              <a:buFont typeface="Arial" panose="020B0604020202020204" pitchFamily="34" charset="0"/>
              <a:buChar char="•"/>
            </a:pPr>
            <a:endParaRPr lang="en-US" dirty="0"/>
          </a:p>
        </p:txBody>
      </p:sp>
      <p:sp>
        <p:nvSpPr>
          <p:cNvPr id="5" name="Slide Number Placeholder 4">
            <a:extLst>
              <a:ext uri="{FF2B5EF4-FFF2-40B4-BE49-F238E27FC236}">
                <a16:creationId xmlns:a16="http://schemas.microsoft.com/office/drawing/2014/main" id="{27A10579-73AB-8C3D-41CC-0ECCD25A4ECE}"/>
              </a:ext>
            </a:extLst>
          </p:cNvPr>
          <p:cNvSpPr>
            <a:spLocks noGrp="1"/>
          </p:cNvSpPr>
          <p:nvPr>
            <p:ph type="sldNum" sz="quarter" idx="12"/>
          </p:nvPr>
        </p:nvSpPr>
        <p:spPr/>
        <p:txBody>
          <a:bodyPr/>
          <a:lstStyle/>
          <a:p>
            <a:fld id="{60CC2976-2266-4405-B06E-F7EBE607A419}" type="slidenum">
              <a:rPr lang="en-US" smtClean="0"/>
              <a:t>1</a:t>
            </a:fld>
            <a:endParaRPr lang="en-US"/>
          </a:p>
        </p:txBody>
      </p:sp>
    </p:spTree>
    <p:extLst>
      <p:ext uri="{BB962C8B-B14F-4D97-AF65-F5344CB8AC3E}">
        <p14:creationId xmlns:p14="http://schemas.microsoft.com/office/powerpoint/2010/main" val="1104208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CB0A2-A0B5-DA92-EF4C-92980002F2B3}"/>
              </a:ext>
            </a:extLst>
          </p:cNvPr>
          <p:cNvSpPr>
            <a:spLocks noGrp="1"/>
          </p:cNvSpPr>
          <p:nvPr>
            <p:ph type="title"/>
          </p:nvPr>
        </p:nvSpPr>
        <p:spPr/>
        <p:txBody>
          <a:bodyPr/>
          <a:lstStyle/>
          <a:p>
            <a:pPr algn="ctr"/>
            <a:r>
              <a:rPr lang="en-US" dirty="0"/>
              <a:t>Table of contents:</a:t>
            </a:r>
          </a:p>
        </p:txBody>
      </p:sp>
      <p:sp>
        <p:nvSpPr>
          <p:cNvPr id="3" name="Content Placeholder 2">
            <a:extLst>
              <a:ext uri="{FF2B5EF4-FFF2-40B4-BE49-F238E27FC236}">
                <a16:creationId xmlns:a16="http://schemas.microsoft.com/office/drawing/2014/main" id="{C515730C-8959-56CC-1A35-12D17FA87D34}"/>
              </a:ext>
            </a:extLst>
          </p:cNvPr>
          <p:cNvSpPr>
            <a:spLocks noGrp="1"/>
          </p:cNvSpPr>
          <p:nvPr>
            <p:ph idx="1"/>
          </p:nvPr>
        </p:nvSpPr>
        <p:spPr/>
        <p:txBody>
          <a:bodyPr/>
          <a:lstStyle/>
          <a:p>
            <a:pPr marL="514350" indent="-514350">
              <a:buFont typeface="+mj-lt"/>
              <a:buAutoNum type="arabicPeriod"/>
            </a:pPr>
            <a:r>
              <a:rPr lang="en-US" dirty="0"/>
              <a:t>Introduction</a:t>
            </a:r>
          </a:p>
          <a:p>
            <a:pPr marL="514350" indent="-514350">
              <a:buFont typeface="+mj-lt"/>
              <a:buAutoNum type="arabicPeriod"/>
            </a:pPr>
            <a:r>
              <a:rPr lang="en-US" dirty="0"/>
              <a:t>Sample codes</a:t>
            </a:r>
          </a:p>
          <a:p>
            <a:pPr marL="514350" indent="-514350">
              <a:buFont typeface="+mj-lt"/>
              <a:buAutoNum type="arabicPeriod"/>
            </a:pPr>
            <a:r>
              <a:rPr lang="en-US" dirty="0"/>
              <a:t>Reasons</a:t>
            </a:r>
          </a:p>
          <a:p>
            <a:pPr marL="514350" indent="-514350">
              <a:buFont typeface="+mj-lt"/>
              <a:buAutoNum type="arabicPeriod"/>
            </a:pPr>
            <a:r>
              <a:rPr lang="en-US" dirty="0"/>
              <a:t>Remaining research</a:t>
            </a:r>
          </a:p>
          <a:p>
            <a:pPr marL="514350" indent="-514350">
              <a:buFont typeface="+mj-lt"/>
              <a:buAutoNum type="arabicPeriod"/>
            </a:pPr>
            <a:r>
              <a:rPr lang="en-US" dirty="0"/>
              <a:t>Conclusion</a:t>
            </a:r>
          </a:p>
          <a:p>
            <a:pPr marL="514350" indent="-514350">
              <a:buFont typeface="+mj-lt"/>
              <a:buAutoNum type="arabicPeriod"/>
            </a:pPr>
            <a:r>
              <a:rPr lang="en-US" dirty="0" err="1"/>
              <a:t>Questionare</a:t>
            </a:r>
            <a:endParaRPr lang="en-US" dirty="0"/>
          </a:p>
          <a:p>
            <a:pPr marL="0" indent="0">
              <a:buNone/>
            </a:pPr>
            <a:endParaRPr lang="en-US" dirty="0"/>
          </a:p>
          <a:p>
            <a:pPr marL="514350" indent="-514350">
              <a:buFont typeface="+mj-lt"/>
              <a:buAutoNum type="arabicPeriod"/>
            </a:pPr>
            <a:endParaRPr lang="en-US" dirty="0"/>
          </a:p>
        </p:txBody>
      </p:sp>
      <p:sp>
        <p:nvSpPr>
          <p:cNvPr id="4" name="Slide Number Placeholder 3">
            <a:extLst>
              <a:ext uri="{FF2B5EF4-FFF2-40B4-BE49-F238E27FC236}">
                <a16:creationId xmlns:a16="http://schemas.microsoft.com/office/drawing/2014/main" id="{DB285C96-C675-2DF2-1BDB-A01771EBB274}"/>
              </a:ext>
            </a:extLst>
          </p:cNvPr>
          <p:cNvSpPr>
            <a:spLocks noGrp="1"/>
          </p:cNvSpPr>
          <p:nvPr>
            <p:ph type="sldNum" sz="quarter" idx="12"/>
          </p:nvPr>
        </p:nvSpPr>
        <p:spPr/>
        <p:txBody>
          <a:bodyPr/>
          <a:lstStyle/>
          <a:p>
            <a:fld id="{60CC2976-2266-4405-B06E-F7EBE607A419}" type="slidenum">
              <a:rPr lang="en-US" smtClean="0"/>
              <a:t>2</a:t>
            </a:fld>
            <a:endParaRPr lang="en-US"/>
          </a:p>
        </p:txBody>
      </p:sp>
    </p:spTree>
    <p:extLst>
      <p:ext uri="{BB962C8B-B14F-4D97-AF65-F5344CB8AC3E}">
        <p14:creationId xmlns:p14="http://schemas.microsoft.com/office/powerpoint/2010/main" val="4084476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Arc 13">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4F24471-52EB-4F85-7021-E0E48BB06E40}"/>
              </a:ext>
            </a:extLst>
          </p:cNvPr>
          <p:cNvSpPr>
            <a:spLocks noGrp="1"/>
          </p:cNvSpPr>
          <p:nvPr>
            <p:ph type="title"/>
          </p:nvPr>
        </p:nvSpPr>
        <p:spPr>
          <a:xfrm>
            <a:off x="5894962" y="479493"/>
            <a:ext cx="5458838" cy="1325563"/>
          </a:xfrm>
        </p:spPr>
        <p:txBody>
          <a:bodyPr>
            <a:normAutofit/>
          </a:bodyPr>
          <a:lstStyle/>
          <a:p>
            <a:r>
              <a:rPr lang="en-US" dirty="0"/>
              <a:t>  Introduction to </a:t>
            </a:r>
            <a:r>
              <a:rPr lang="en-US" dirty="0" err="1"/>
              <a:t>Github</a:t>
            </a:r>
            <a:r>
              <a:rPr lang="en-US" dirty="0"/>
              <a:t>:</a:t>
            </a:r>
          </a:p>
        </p:txBody>
      </p:sp>
      <p:sp>
        <p:nvSpPr>
          <p:cNvPr id="19" name="Freeform: Shape 18">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Picture 6" descr="A white cat in a black circle&#10;&#10;AI-generated content may be incorrect.">
            <a:extLst>
              <a:ext uri="{FF2B5EF4-FFF2-40B4-BE49-F238E27FC236}">
                <a16:creationId xmlns:a16="http://schemas.microsoft.com/office/drawing/2014/main" id="{9D38F8AC-55D0-6842-428E-6800C5D257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3182" y="796191"/>
            <a:ext cx="4777381" cy="5095873"/>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21529CEA-DD79-7E51-EF8C-9A42D7290535}"/>
              </a:ext>
            </a:extLst>
          </p:cNvPr>
          <p:cNvSpPr>
            <a:spLocks noGrp="1"/>
          </p:cNvSpPr>
          <p:nvPr>
            <p:ph idx="1"/>
          </p:nvPr>
        </p:nvSpPr>
        <p:spPr>
          <a:xfrm>
            <a:off x="5894962" y="1984443"/>
            <a:ext cx="5458838" cy="4192520"/>
          </a:xfrm>
        </p:spPr>
        <p:txBody>
          <a:bodyPr>
            <a:normAutofit fontScale="92500"/>
          </a:bodyPr>
          <a:lstStyle/>
          <a:p>
            <a:pPr fontAlgn="ctr"/>
            <a:r>
              <a:rPr lang="en-US" sz="2600" dirty="0"/>
              <a:t>GitHub is a proprietary developer platform that allows developers to create, store, manage, and share their code. It uses Git(</a:t>
            </a:r>
            <a:r>
              <a:rPr lang="en-US" dirty="0"/>
              <a:t>a distributed version control system (DVCS) that tracks changes in files within a project over time.)</a:t>
            </a:r>
            <a:r>
              <a:rPr lang="en-US" sz="2600" dirty="0"/>
              <a:t> to provide distributed version control and GitHub itself provides access control, bug tracking, software feature requests, task management, continuous integration, and wikis for every project.</a:t>
            </a:r>
          </a:p>
          <a:p>
            <a:pPr marL="0" indent="0">
              <a:buNone/>
            </a:pPr>
            <a:endParaRPr lang="en-US" sz="2600" dirty="0"/>
          </a:p>
        </p:txBody>
      </p:sp>
      <p:sp>
        <p:nvSpPr>
          <p:cNvPr id="9" name="Slide Number Placeholder 8">
            <a:extLst>
              <a:ext uri="{FF2B5EF4-FFF2-40B4-BE49-F238E27FC236}">
                <a16:creationId xmlns:a16="http://schemas.microsoft.com/office/drawing/2014/main" id="{D074E205-0212-7B81-ED6F-D3C06CFCAF5D}"/>
              </a:ext>
            </a:extLst>
          </p:cNvPr>
          <p:cNvSpPr>
            <a:spLocks noGrp="1"/>
          </p:cNvSpPr>
          <p:nvPr>
            <p:ph type="sldNum" sz="quarter" idx="12"/>
          </p:nvPr>
        </p:nvSpPr>
        <p:spPr/>
        <p:txBody>
          <a:bodyPr/>
          <a:lstStyle/>
          <a:p>
            <a:fld id="{60CC2976-2266-4405-B06E-F7EBE607A419}" type="slidenum">
              <a:rPr lang="en-US" smtClean="0"/>
              <a:t>3</a:t>
            </a:fld>
            <a:endParaRPr lang="en-US"/>
          </a:p>
        </p:txBody>
      </p:sp>
    </p:spTree>
    <p:extLst>
      <p:ext uri="{BB962C8B-B14F-4D97-AF65-F5344CB8AC3E}">
        <p14:creationId xmlns:p14="http://schemas.microsoft.com/office/powerpoint/2010/main" val="593658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4F9D4-FFDC-9F40-CE0A-26F281267BA7}"/>
              </a:ext>
            </a:extLst>
          </p:cNvPr>
          <p:cNvSpPr>
            <a:spLocks noGrp="1"/>
          </p:cNvSpPr>
          <p:nvPr>
            <p:ph type="title"/>
          </p:nvPr>
        </p:nvSpPr>
        <p:spPr/>
        <p:txBody>
          <a:bodyPr/>
          <a:lstStyle/>
          <a:p>
            <a:r>
              <a:rPr lang="en-US" dirty="0"/>
              <a:t>Code added to </a:t>
            </a:r>
            <a:r>
              <a:rPr lang="en-US" dirty="0" err="1"/>
              <a:t>github</a:t>
            </a:r>
            <a:r>
              <a:rPr lang="en-US" dirty="0"/>
              <a:t>:</a:t>
            </a:r>
          </a:p>
        </p:txBody>
      </p:sp>
      <p:pic>
        <p:nvPicPr>
          <p:cNvPr id="6" name="Content Placeholder 5" descr="A screenshot of a computer&#10;&#10;AI-generated content may be incorrect.">
            <a:extLst>
              <a:ext uri="{FF2B5EF4-FFF2-40B4-BE49-F238E27FC236}">
                <a16:creationId xmlns:a16="http://schemas.microsoft.com/office/drawing/2014/main" id="{C91CFEE9-A35E-129E-649B-C10CE3FB8B6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57350" y="2097087"/>
            <a:ext cx="8996450" cy="4351338"/>
          </a:xfrm>
        </p:spPr>
      </p:pic>
      <p:sp>
        <p:nvSpPr>
          <p:cNvPr id="4" name="Slide Number Placeholder 3">
            <a:extLst>
              <a:ext uri="{FF2B5EF4-FFF2-40B4-BE49-F238E27FC236}">
                <a16:creationId xmlns:a16="http://schemas.microsoft.com/office/drawing/2014/main" id="{40B19A98-C329-6B99-A3D9-5ADF89139511}"/>
              </a:ext>
            </a:extLst>
          </p:cNvPr>
          <p:cNvSpPr>
            <a:spLocks noGrp="1"/>
          </p:cNvSpPr>
          <p:nvPr>
            <p:ph type="sldNum" sz="quarter" idx="12"/>
          </p:nvPr>
        </p:nvSpPr>
        <p:spPr/>
        <p:txBody>
          <a:bodyPr/>
          <a:lstStyle/>
          <a:p>
            <a:fld id="{60CC2976-2266-4405-B06E-F7EBE607A419}" type="slidenum">
              <a:rPr lang="en-US" smtClean="0"/>
              <a:t>4</a:t>
            </a:fld>
            <a:endParaRPr lang="en-US"/>
          </a:p>
        </p:txBody>
      </p:sp>
    </p:spTree>
    <p:extLst>
      <p:ext uri="{BB962C8B-B14F-4D97-AF65-F5344CB8AC3E}">
        <p14:creationId xmlns:p14="http://schemas.microsoft.com/office/powerpoint/2010/main" val="2429734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A9DE3-9639-2989-ED76-91B91936AE47}"/>
              </a:ext>
            </a:extLst>
          </p:cNvPr>
          <p:cNvSpPr>
            <a:spLocks noGrp="1"/>
          </p:cNvSpPr>
          <p:nvPr>
            <p:ph type="title"/>
          </p:nvPr>
        </p:nvSpPr>
        <p:spPr/>
        <p:txBody>
          <a:bodyPr/>
          <a:lstStyle/>
          <a:p>
            <a:pPr algn="ctr"/>
            <a:r>
              <a:rPr lang="en-US" dirty="0"/>
              <a:t>Sample of a code:</a:t>
            </a:r>
          </a:p>
        </p:txBody>
      </p:sp>
      <p:pic>
        <p:nvPicPr>
          <p:cNvPr id="6" name="Content Placeholder 5" descr="A screenshot of a computer program&#10;&#10;AI-generated content may be incorrect.">
            <a:extLst>
              <a:ext uri="{FF2B5EF4-FFF2-40B4-BE49-F238E27FC236}">
                <a16:creationId xmlns:a16="http://schemas.microsoft.com/office/drawing/2014/main" id="{A8E3A0B3-8060-38D4-0590-4D16E5D4F18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49906" y="1690688"/>
            <a:ext cx="9408693" cy="4848224"/>
          </a:xfrm>
        </p:spPr>
      </p:pic>
      <p:sp>
        <p:nvSpPr>
          <p:cNvPr id="4" name="Slide Number Placeholder 3">
            <a:extLst>
              <a:ext uri="{FF2B5EF4-FFF2-40B4-BE49-F238E27FC236}">
                <a16:creationId xmlns:a16="http://schemas.microsoft.com/office/drawing/2014/main" id="{940D5F50-A8DF-19F7-5BAE-6D506DDA9DB7}"/>
              </a:ext>
            </a:extLst>
          </p:cNvPr>
          <p:cNvSpPr>
            <a:spLocks noGrp="1"/>
          </p:cNvSpPr>
          <p:nvPr>
            <p:ph type="sldNum" sz="quarter" idx="12"/>
          </p:nvPr>
        </p:nvSpPr>
        <p:spPr/>
        <p:txBody>
          <a:bodyPr/>
          <a:lstStyle/>
          <a:p>
            <a:fld id="{60CC2976-2266-4405-B06E-F7EBE607A419}" type="slidenum">
              <a:rPr lang="en-US" smtClean="0"/>
              <a:t>5</a:t>
            </a:fld>
            <a:endParaRPr lang="en-US"/>
          </a:p>
        </p:txBody>
      </p:sp>
    </p:spTree>
    <p:extLst>
      <p:ext uri="{BB962C8B-B14F-4D97-AF65-F5344CB8AC3E}">
        <p14:creationId xmlns:p14="http://schemas.microsoft.com/office/powerpoint/2010/main" val="27480415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67D707AA-396A-18CF-77B4-097A91F29A65}"/>
              </a:ext>
            </a:extLst>
          </p:cNvPr>
          <p:cNvSpPr>
            <a:spLocks noGrp="1"/>
          </p:cNvSpPr>
          <p:nvPr>
            <p:ph type="title"/>
          </p:nvPr>
        </p:nvSpPr>
        <p:spPr/>
        <p:txBody>
          <a:bodyPr/>
          <a:lstStyle/>
          <a:p>
            <a:r>
              <a:rPr lang="en-US" dirty="0"/>
              <a:t>Reasons behind to want to research on </a:t>
            </a:r>
            <a:r>
              <a:rPr lang="en-US" dirty="0" err="1"/>
              <a:t>github</a:t>
            </a:r>
            <a:br>
              <a:rPr lang="en-US" dirty="0"/>
            </a:br>
            <a:r>
              <a:rPr lang="en-US" dirty="0"/>
              <a:t>(research that are already happen)</a:t>
            </a:r>
          </a:p>
        </p:txBody>
      </p:sp>
      <p:sp>
        <p:nvSpPr>
          <p:cNvPr id="22" name="Content Placeholder 21">
            <a:extLst>
              <a:ext uri="{FF2B5EF4-FFF2-40B4-BE49-F238E27FC236}">
                <a16:creationId xmlns:a16="http://schemas.microsoft.com/office/drawing/2014/main" id="{AACF909F-7809-5ACB-C681-16821CF5B164}"/>
              </a:ext>
            </a:extLst>
          </p:cNvPr>
          <p:cNvSpPr>
            <a:spLocks noGrp="1"/>
          </p:cNvSpPr>
          <p:nvPr>
            <p:ph idx="1"/>
          </p:nvPr>
        </p:nvSpPr>
        <p:spPr/>
        <p:txBody>
          <a:bodyPr>
            <a:normAutofit lnSpcReduction="10000"/>
          </a:bodyPr>
          <a:lstStyle/>
          <a:p>
            <a:pPr marL="0" indent="0">
              <a:buNone/>
            </a:pPr>
            <a:r>
              <a:rPr lang="en-US" b="1" dirty="0"/>
              <a:t>1.Storing and Sharing Research Materials:</a:t>
            </a:r>
            <a:endParaRPr lang="en-US" dirty="0"/>
          </a:p>
          <a:p>
            <a:pPr marL="0" indent="0">
              <a:buNone/>
            </a:pPr>
            <a:r>
              <a:rPr lang="en-US" dirty="0"/>
              <a:t>GitHub allows researchers to store and share data, code, protocols, and other research materials in a centralized, remote location.</a:t>
            </a:r>
          </a:p>
          <a:p>
            <a:pPr marL="0" indent="0">
              <a:buNone/>
            </a:pPr>
            <a:r>
              <a:rPr lang="en-US" dirty="0"/>
              <a:t>2.</a:t>
            </a:r>
            <a:r>
              <a:rPr lang="en-US" b="1" dirty="0"/>
              <a:t> Facilitating Collaboration:</a:t>
            </a:r>
            <a:endParaRPr lang="en-US" dirty="0"/>
          </a:p>
          <a:p>
            <a:pPr marL="0" indent="0">
              <a:buNone/>
            </a:pPr>
            <a:r>
              <a:rPr lang="en-US" dirty="0"/>
              <a:t>Researchers can collaborate on projects by working together on the same repository, allowing for easier sharing and version control.</a:t>
            </a:r>
          </a:p>
          <a:p>
            <a:pPr marL="0" indent="0">
              <a:buNone/>
            </a:pPr>
            <a:r>
              <a:rPr lang="en-US" b="1" dirty="0"/>
              <a:t>3.Promoting Reproducibility:</a:t>
            </a:r>
            <a:endParaRPr lang="en-US" dirty="0"/>
          </a:p>
          <a:p>
            <a:r>
              <a:rPr lang="en-US" dirty="0"/>
              <a:t>By making data, code, and protocols publicly available, researchers can increase the transparency and reproducibility of their work.</a:t>
            </a:r>
          </a:p>
          <a:p>
            <a:pPr marL="0" indent="0">
              <a:buNone/>
            </a:pPr>
            <a:endParaRPr lang="en-US" dirty="0"/>
          </a:p>
        </p:txBody>
      </p:sp>
    </p:spTree>
    <p:extLst>
      <p:ext uri="{BB962C8B-B14F-4D97-AF65-F5344CB8AC3E}">
        <p14:creationId xmlns:p14="http://schemas.microsoft.com/office/powerpoint/2010/main" val="1045174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7BF65-6B4A-450E-DC3A-FD5CAD4FD39D}"/>
              </a:ext>
            </a:extLst>
          </p:cNvPr>
          <p:cNvSpPr>
            <a:spLocks noGrp="1"/>
          </p:cNvSpPr>
          <p:nvPr>
            <p:ph type="title"/>
          </p:nvPr>
        </p:nvSpPr>
        <p:spPr/>
        <p:txBody>
          <a:bodyPr/>
          <a:lstStyle/>
          <a:p>
            <a:r>
              <a:rPr lang="en-US" dirty="0"/>
              <a:t>Continue…</a:t>
            </a:r>
          </a:p>
        </p:txBody>
      </p:sp>
      <p:sp>
        <p:nvSpPr>
          <p:cNvPr id="3" name="Content Placeholder 2">
            <a:extLst>
              <a:ext uri="{FF2B5EF4-FFF2-40B4-BE49-F238E27FC236}">
                <a16:creationId xmlns:a16="http://schemas.microsoft.com/office/drawing/2014/main" id="{C394EF67-6EFB-6E23-5826-1243FAEFCD12}"/>
              </a:ext>
            </a:extLst>
          </p:cNvPr>
          <p:cNvSpPr>
            <a:spLocks noGrp="1"/>
          </p:cNvSpPr>
          <p:nvPr>
            <p:ph idx="1"/>
          </p:nvPr>
        </p:nvSpPr>
        <p:spPr/>
        <p:txBody>
          <a:bodyPr>
            <a:normAutofit lnSpcReduction="10000"/>
          </a:bodyPr>
          <a:lstStyle/>
          <a:p>
            <a:pPr marL="0" indent="0">
              <a:buNone/>
            </a:pPr>
            <a:r>
              <a:rPr lang="en-US" b="1" dirty="0"/>
              <a:t>4.Managing Projects and Tasks:</a:t>
            </a:r>
            <a:endParaRPr lang="en-US" dirty="0"/>
          </a:p>
          <a:p>
            <a:pPr marL="0" indent="0">
              <a:buNone/>
            </a:pPr>
            <a:r>
              <a:rPr lang="en-US" dirty="0"/>
              <a:t>GitHub can be used to manage research projects and tasks, including identifying, assigning, and categorizing tasks.</a:t>
            </a:r>
          </a:p>
          <a:p>
            <a:pPr marL="0" indent="0">
              <a:buNone/>
            </a:pPr>
            <a:r>
              <a:rPr lang="en-US" b="1" dirty="0"/>
              <a:t>5.Open Access and Open Source:</a:t>
            </a:r>
            <a:endParaRPr lang="en-US" dirty="0"/>
          </a:p>
          <a:p>
            <a:pPr marL="0" indent="0" fontAlgn="ctr">
              <a:buNone/>
            </a:pPr>
            <a:r>
              <a:rPr lang="en-US" dirty="0"/>
              <a:t>GitHub can be used to share research materials openly, promoting open access and open source research practices. </a:t>
            </a:r>
          </a:p>
          <a:p>
            <a:pPr marL="0" indent="0">
              <a:buNone/>
            </a:pPr>
            <a:r>
              <a:rPr lang="en-US" b="1" dirty="0"/>
              <a:t>6.Centralized Storage and Sharing:</a:t>
            </a:r>
            <a:endParaRPr lang="en-US" dirty="0"/>
          </a:p>
          <a:p>
            <a:r>
              <a:rPr lang="en-US" dirty="0"/>
              <a:t>GitHub provides a centralized location for storing and sharing research materials, making them easily accessible to collaborators and the wider research community. </a:t>
            </a:r>
          </a:p>
          <a:p>
            <a:pPr marL="514350" indent="-514350">
              <a:buFont typeface="+mj-lt"/>
              <a:buAutoNum type="arabicPeriod"/>
            </a:pPr>
            <a:endParaRPr lang="en-US" dirty="0"/>
          </a:p>
        </p:txBody>
      </p:sp>
      <p:sp>
        <p:nvSpPr>
          <p:cNvPr id="4" name="Slide Number Placeholder 3">
            <a:extLst>
              <a:ext uri="{FF2B5EF4-FFF2-40B4-BE49-F238E27FC236}">
                <a16:creationId xmlns:a16="http://schemas.microsoft.com/office/drawing/2014/main" id="{0705785E-1D76-F652-9064-AE93DE4B7560}"/>
              </a:ext>
            </a:extLst>
          </p:cNvPr>
          <p:cNvSpPr>
            <a:spLocks noGrp="1"/>
          </p:cNvSpPr>
          <p:nvPr>
            <p:ph type="sldNum" sz="quarter" idx="12"/>
          </p:nvPr>
        </p:nvSpPr>
        <p:spPr/>
        <p:txBody>
          <a:bodyPr/>
          <a:lstStyle/>
          <a:p>
            <a:fld id="{60CC2976-2266-4405-B06E-F7EBE607A419}" type="slidenum">
              <a:rPr lang="en-US" smtClean="0"/>
              <a:t>7</a:t>
            </a:fld>
            <a:endParaRPr lang="en-US"/>
          </a:p>
        </p:txBody>
      </p:sp>
    </p:spTree>
    <p:extLst>
      <p:ext uri="{BB962C8B-B14F-4D97-AF65-F5344CB8AC3E}">
        <p14:creationId xmlns:p14="http://schemas.microsoft.com/office/powerpoint/2010/main" val="19409808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8BFA5-5160-5497-DC91-CF7D10ECEAF5}"/>
              </a:ext>
            </a:extLst>
          </p:cNvPr>
          <p:cNvSpPr>
            <a:spLocks noGrp="1"/>
          </p:cNvSpPr>
          <p:nvPr>
            <p:ph type="title"/>
          </p:nvPr>
        </p:nvSpPr>
        <p:spPr/>
        <p:txBody>
          <a:bodyPr/>
          <a:lstStyle/>
          <a:p>
            <a:pPr algn="ctr"/>
            <a:r>
              <a:rPr lang="en-US" dirty="0"/>
              <a:t>Remaining research on </a:t>
            </a:r>
            <a:r>
              <a:rPr lang="en-US" dirty="0" err="1"/>
              <a:t>github</a:t>
            </a:r>
            <a:r>
              <a:rPr lang="en-US" dirty="0"/>
              <a:t>:</a:t>
            </a:r>
          </a:p>
        </p:txBody>
      </p:sp>
      <p:sp>
        <p:nvSpPr>
          <p:cNvPr id="3" name="Content Placeholder 2">
            <a:extLst>
              <a:ext uri="{FF2B5EF4-FFF2-40B4-BE49-F238E27FC236}">
                <a16:creationId xmlns:a16="http://schemas.microsoft.com/office/drawing/2014/main" id="{9EF52358-012E-1040-2142-3FFE538497F0}"/>
              </a:ext>
            </a:extLst>
          </p:cNvPr>
          <p:cNvSpPr>
            <a:spLocks noGrp="1"/>
          </p:cNvSpPr>
          <p:nvPr>
            <p:ph idx="1"/>
          </p:nvPr>
        </p:nvSpPr>
        <p:spPr/>
        <p:txBody>
          <a:bodyPr>
            <a:noAutofit/>
          </a:bodyPr>
          <a:lstStyle/>
          <a:p>
            <a:pPr marL="514350" indent="-514350">
              <a:buFont typeface="+mj-lt"/>
              <a:buAutoNum type="arabicPeriod"/>
            </a:pPr>
            <a:r>
              <a:rPr lang="en-US" sz="2400" b="1" dirty="0"/>
              <a:t>Collaboration &amp; Social Coding:</a:t>
            </a:r>
          </a:p>
          <a:p>
            <a:pPr marL="0" indent="0">
              <a:buNone/>
            </a:pPr>
            <a:r>
              <a:rPr lang="en-US" sz="2400" dirty="0"/>
              <a:t>e.g. code quality, reviewer responsiveness, project size, examines biases, bottlenecks, and effectiveness of peer reviews, core-periphery model in open-source projects).</a:t>
            </a:r>
          </a:p>
          <a:p>
            <a:pPr marL="0" indent="0">
              <a:buNone/>
            </a:pPr>
            <a:r>
              <a:rPr lang="en-US" sz="2400" dirty="0"/>
              <a:t>2.</a:t>
            </a:r>
            <a:r>
              <a:rPr lang="en-US" sz="2400" b="1" dirty="0"/>
              <a:t> Open-Source Development:</a:t>
            </a:r>
          </a:p>
          <a:p>
            <a:pPr marL="0" indent="0">
              <a:buNone/>
            </a:pPr>
            <a:r>
              <a:rPr lang="en-US" sz="2400" dirty="0"/>
              <a:t>What makes some projects thrive while others fail (e.g., documentation, community engagement),High workload and stress among OSS maintainers.</a:t>
            </a:r>
          </a:p>
          <a:p>
            <a:pPr marL="0" indent="0">
              <a:buNone/>
            </a:pPr>
            <a:r>
              <a:rPr lang="en-US" sz="2400" b="1" dirty="0"/>
              <a:t>3.Software Engineering &amp; Productivity</a:t>
            </a:r>
            <a:endParaRPr lang="en-US" sz="2400" dirty="0"/>
          </a:p>
          <a:p>
            <a:pPr marL="0" indent="0">
              <a:buNone/>
            </a:pPr>
            <a:r>
              <a:rPr lang="en-US" sz="2400" dirty="0"/>
              <a:t>Machine learning models predict defects based on commit </a:t>
            </a:r>
            <a:r>
              <a:rPr lang="en-US" sz="2400" dirty="0" err="1"/>
              <a:t>history,GitFlow</a:t>
            </a:r>
            <a:r>
              <a:rPr lang="en-US" sz="2400" dirty="0"/>
              <a:t>, trunk-based development</a:t>
            </a:r>
          </a:p>
          <a:p>
            <a:pPr marL="0" indent="0">
              <a:buNone/>
            </a:pPr>
            <a:r>
              <a:rPr lang="en-US" sz="2400" dirty="0"/>
              <a:t>The role of automation (e.g., </a:t>
            </a:r>
            <a:r>
              <a:rPr lang="en-US" sz="2400" dirty="0" err="1"/>
              <a:t>Dependabot</a:t>
            </a:r>
            <a:r>
              <a:rPr lang="en-US" sz="2400" dirty="0"/>
              <a:t>, CI bots) in modern workflows.</a:t>
            </a:r>
          </a:p>
          <a:p>
            <a:pPr marL="0" indent="0">
              <a:buNone/>
            </a:pPr>
            <a:endParaRPr lang="en-US" sz="2400" dirty="0"/>
          </a:p>
          <a:p>
            <a:pPr marL="0" indent="0">
              <a:buNone/>
            </a:pPr>
            <a:br>
              <a:rPr lang="en-US" sz="2400" dirty="0"/>
            </a:br>
            <a:endParaRPr lang="en-US" sz="2400" dirty="0"/>
          </a:p>
          <a:p>
            <a:pPr marL="514350" indent="-514350">
              <a:buFont typeface="+mj-lt"/>
              <a:buAutoNum type="arabicPeriod"/>
            </a:pPr>
            <a:endParaRPr lang="en-US" sz="2400" dirty="0"/>
          </a:p>
        </p:txBody>
      </p:sp>
      <p:sp>
        <p:nvSpPr>
          <p:cNvPr id="4" name="Slide Number Placeholder 3">
            <a:extLst>
              <a:ext uri="{FF2B5EF4-FFF2-40B4-BE49-F238E27FC236}">
                <a16:creationId xmlns:a16="http://schemas.microsoft.com/office/drawing/2014/main" id="{69722DD8-5A01-77DE-60FF-EED73F16B519}"/>
              </a:ext>
            </a:extLst>
          </p:cNvPr>
          <p:cNvSpPr>
            <a:spLocks noGrp="1"/>
          </p:cNvSpPr>
          <p:nvPr>
            <p:ph type="sldNum" sz="quarter" idx="12"/>
          </p:nvPr>
        </p:nvSpPr>
        <p:spPr/>
        <p:txBody>
          <a:bodyPr/>
          <a:lstStyle/>
          <a:p>
            <a:fld id="{60CC2976-2266-4405-B06E-F7EBE607A419}" type="slidenum">
              <a:rPr lang="en-US" smtClean="0"/>
              <a:t>8</a:t>
            </a:fld>
            <a:endParaRPr lang="en-US"/>
          </a:p>
        </p:txBody>
      </p:sp>
    </p:spTree>
    <p:extLst>
      <p:ext uri="{BB962C8B-B14F-4D97-AF65-F5344CB8AC3E}">
        <p14:creationId xmlns:p14="http://schemas.microsoft.com/office/powerpoint/2010/main" val="16507044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F3734-BAA3-D609-C8EB-5C379EFC5B90}"/>
              </a:ext>
            </a:extLst>
          </p:cNvPr>
          <p:cNvSpPr>
            <a:spLocks noGrp="1"/>
          </p:cNvSpPr>
          <p:nvPr>
            <p:ph type="title"/>
          </p:nvPr>
        </p:nvSpPr>
        <p:spPr/>
        <p:txBody>
          <a:bodyPr/>
          <a:lstStyle/>
          <a:p>
            <a:r>
              <a:rPr lang="en-US" dirty="0"/>
              <a:t>Continue…</a:t>
            </a:r>
            <a:br>
              <a:rPr lang="en-US" dirty="0"/>
            </a:br>
            <a:endParaRPr lang="en-US" dirty="0"/>
          </a:p>
        </p:txBody>
      </p:sp>
      <p:sp>
        <p:nvSpPr>
          <p:cNvPr id="3" name="Content Placeholder 2">
            <a:extLst>
              <a:ext uri="{FF2B5EF4-FFF2-40B4-BE49-F238E27FC236}">
                <a16:creationId xmlns:a16="http://schemas.microsoft.com/office/drawing/2014/main" id="{268D80FD-0ACC-0BD6-16AC-B864B50731AA}"/>
              </a:ext>
            </a:extLst>
          </p:cNvPr>
          <p:cNvSpPr>
            <a:spLocks noGrp="1"/>
          </p:cNvSpPr>
          <p:nvPr>
            <p:ph idx="1"/>
          </p:nvPr>
        </p:nvSpPr>
        <p:spPr/>
        <p:txBody>
          <a:bodyPr>
            <a:normAutofit/>
          </a:bodyPr>
          <a:lstStyle/>
          <a:p>
            <a:pPr marL="0" indent="0">
              <a:buNone/>
            </a:pPr>
            <a:r>
              <a:rPr lang="en-US" dirty="0"/>
              <a:t>4.</a:t>
            </a:r>
            <a:r>
              <a:rPr lang="en-US" b="1" dirty="0"/>
              <a:t>  Privacy &amp; Data Ownership:</a:t>
            </a:r>
            <a:endParaRPr lang="en-US" dirty="0"/>
          </a:p>
          <a:p>
            <a:pPr marL="0" indent="0">
              <a:buNone/>
            </a:pPr>
            <a:r>
              <a:rPr lang="en-US" dirty="0"/>
              <a:t>Balancing research with user privacy </a:t>
            </a:r>
            <a:r>
              <a:rPr lang="en-US" dirty="0" err="1"/>
              <a:t>concerns,Risks</a:t>
            </a:r>
            <a:r>
              <a:rPr lang="en-US" dirty="0"/>
              <a:t> for developers in censored environments.</a:t>
            </a:r>
          </a:p>
          <a:p>
            <a:pPr marL="0" indent="0">
              <a:buNone/>
            </a:pPr>
            <a:r>
              <a:rPr lang="en-US" b="1" dirty="0"/>
              <a:t>5. The Future of Remote Collaboration:</a:t>
            </a:r>
          </a:p>
          <a:p>
            <a:pPr marL="0" indent="0">
              <a:buNone/>
            </a:pPr>
            <a:r>
              <a:rPr lang="en-US" dirty="0"/>
              <a:t>How GitHub enables remote-first teams after </a:t>
            </a:r>
            <a:r>
              <a:rPr lang="en-US" dirty="0" err="1"/>
              <a:t>COVID,Could</a:t>
            </a:r>
            <a:r>
              <a:rPr lang="en-US" dirty="0"/>
              <a:t> virtual workspaces replace pull requests?</a:t>
            </a:r>
          </a:p>
          <a:p>
            <a:pPr marL="0" indent="0">
              <a:buNone/>
            </a:pPr>
            <a:br>
              <a:rPr lang="en-US" dirty="0"/>
            </a:b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D375003E-70BA-5548-735F-5C9E7DFEE0D0}"/>
              </a:ext>
            </a:extLst>
          </p:cNvPr>
          <p:cNvSpPr>
            <a:spLocks noGrp="1"/>
          </p:cNvSpPr>
          <p:nvPr>
            <p:ph type="sldNum" sz="quarter" idx="12"/>
          </p:nvPr>
        </p:nvSpPr>
        <p:spPr/>
        <p:txBody>
          <a:bodyPr/>
          <a:lstStyle/>
          <a:p>
            <a:fld id="{60CC2976-2266-4405-B06E-F7EBE607A419}" type="slidenum">
              <a:rPr lang="en-US" smtClean="0"/>
              <a:t>9</a:t>
            </a:fld>
            <a:endParaRPr lang="en-US"/>
          </a:p>
        </p:txBody>
      </p:sp>
    </p:spTree>
    <p:extLst>
      <p:ext uri="{BB962C8B-B14F-4D97-AF65-F5344CB8AC3E}">
        <p14:creationId xmlns:p14="http://schemas.microsoft.com/office/powerpoint/2010/main" val="12140422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2CAA9-009E-998C-563D-3322EDF60DAA}"/>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A487DFF3-4131-890E-CBAF-49D741490F89}"/>
              </a:ext>
            </a:extLst>
          </p:cNvPr>
          <p:cNvSpPr>
            <a:spLocks noGrp="1"/>
          </p:cNvSpPr>
          <p:nvPr>
            <p:ph idx="1"/>
          </p:nvPr>
        </p:nvSpPr>
        <p:spPr/>
        <p:txBody>
          <a:bodyPr/>
          <a:lstStyle/>
          <a:p>
            <a:pPr marL="0" indent="0">
              <a:buNone/>
            </a:pPr>
            <a:endParaRPr lang="en-US" dirty="0"/>
          </a:p>
        </p:txBody>
      </p:sp>
      <p:sp>
        <p:nvSpPr>
          <p:cNvPr id="4" name="Slide Number Placeholder 3">
            <a:extLst>
              <a:ext uri="{FF2B5EF4-FFF2-40B4-BE49-F238E27FC236}">
                <a16:creationId xmlns:a16="http://schemas.microsoft.com/office/drawing/2014/main" id="{EC180DCE-D4F1-794D-714C-2763F5AAE6FD}"/>
              </a:ext>
            </a:extLst>
          </p:cNvPr>
          <p:cNvSpPr>
            <a:spLocks noGrp="1"/>
          </p:cNvSpPr>
          <p:nvPr>
            <p:ph type="sldNum" sz="quarter" idx="12"/>
          </p:nvPr>
        </p:nvSpPr>
        <p:spPr/>
        <p:txBody>
          <a:bodyPr/>
          <a:lstStyle/>
          <a:p>
            <a:fld id="{60CC2976-2266-4405-B06E-F7EBE607A419}" type="slidenum">
              <a:rPr lang="en-US" smtClean="0"/>
              <a:t>10</a:t>
            </a:fld>
            <a:endParaRPr lang="en-US"/>
          </a:p>
        </p:txBody>
      </p:sp>
      <p:sp>
        <p:nvSpPr>
          <p:cNvPr id="6" name="TextBox 5">
            <a:extLst>
              <a:ext uri="{FF2B5EF4-FFF2-40B4-BE49-F238E27FC236}">
                <a16:creationId xmlns:a16="http://schemas.microsoft.com/office/drawing/2014/main" id="{2EA14DF7-EE15-8DE0-41B0-3B00150EE86E}"/>
              </a:ext>
            </a:extLst>
          </p:cNvPr>
          <p:cNvSpPr txBox="1"/>
          <p:nvPr/>
        </p:nvSpPr>
        <p:spPr>
          <a:xfrm>
            <a:off x="838200" y="1825625"/>
            <a:ext cx="10017369" cy="2677656"/>
          </a:xfrm>
          <a:prstGeom prst="rect">
            <a:avLst/>
          </a:prstGeom>
          <a:noFill/>
        </p:spPr>
        <p:txBody>
          <a:bodyPr wrap="square">
            <a:spAutoFit/>
          </a:bodyPr>
          <a:lstStyle/>
          <a:p>
            <a:endParaRPr lang="en-US" sz="2400" dirty="0"/>
          </a:p>
          <a:p>
            <a:r>
              <a:rPr lang="en-US" sz="2400" dirty="0"/>
              <a:t>GitHub serves as a living laboratory software engineering, offering unparalleled access to code, collaboration, and developer behavior. Research on GitHub bridges theory and practice, informs tool development, and helps shape future trends in technology. However, ethical guidelines and respect for open-source licenses are essential when leveraging its data.</a:t>
            </a:r>
          </a:p>
        </p:txBody>
      </p:sp>
    </p:spTree>
    <p:extLst>
      <p:ext uri="{BB962C8B-B14F-4D97-AF65-F5344CB8AC3E}">
        <p14:creationId xmlns:p14="http://schemas.microsoft.com/office/powerpoint/2010/main" val="1949429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FD9D2-4CCA-FF38-1AA1-BFA98B506AF3}"/>
              </a:ext>
            </a:extLst>
          </p:cNvPr>
          <p:cNvSpPr>
            <a:spLocks noGrp="1"/>
          </p:cNvSpPr>
          <p:nvPr>
            <p:ph type="title"/>
          </p:nvPr>
        </p:nvSpPr>
        <p:spPr/>
        <p:txBody>
          <a:bodyPr/>
          <a:lstStyle/>
          <a:p>
            <a:pPr algn="ctr"/>
            <a:r>
              <a:rPr lang="en-US" dirty="0" err="1"/>
              <a:t>Questionare</a:t>
            </a:r>
            <a:r>
              <a:rPr lang="en-US" dirty="0"/>
              <a:t>:</a:t>
            </a:r>
          </a:p>
        </p:txBody>
      </p:sp>
      <p:sp>
        <p:nvSpPr>
          <p:cNvPr id="3" name="Content Placeholder 2">
            <a:extLst>
              <a:ext uri="{FF2B5EF4-FFF2-40B4-BE49-F238E27FC236}">
                <a16:creationId xmlns:a16="http://schemas.microsoft.com/office/drawing/2014/main" id="{5678F981-9417-CBA8-8542-9529FCCD90A3}"/>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lgn="ctr">
              <a:buNone/>
            </a:pPr>
            <a:r>
              <a:rPr lang="en-US" sz="4000" dirty="0"/>
              <a:t>Have you any question???</a:t>
            </a:r>
          </a:p>
          <a:p>
            <a:pPr mar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B882F808-F977-EEEB-2999-D97590278C89}"/>
              </a:ext>
            </a:extLst>
          </p:cNvPr>
          <p:cNvSpPr>
            <a:spLocks noGrp="1"/>
          </p:cNvSpPr>
          <p:nvPr>
            <p:ph type="sldNum" sz="quarter" idx="12"/>
          </p:nvPr>
        </p:nvSpPr>
        <p:spPr/>
        <p:txBody>
          <a:bodyPr/>
          <a:lstStyle/>
          <a:p>
            <a:fld id="{60CC2976-2266-4405-B06E-F7EBE607A419}" type="slidenum">
              <a:rPr lang="en-US" smtClean="0"/>
              <a:t>11</a:t>
            </a:fld>
            <a:endParaRPr lang="en-US"/>
          </a:p>
        </p:txBody>
      </p:sp>
    </p:spTree>
    <p:extLst>
      <p:ext uri="{BB962C8B-B14F-4D97-AF65-F5344CB8AC3E}">
        <p14:creationId xmlns:p14="http://schemas.microsoft.com/office/powerpoint/2010/main" val="30749620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456</TotalTime>
  <Words>544</Words>
  <Application>Microsoft Office PowerPoint</Application>
  <PresentationFormat>Widescreen</PresentationFormat>
  <Paragraphs>69</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Calibri</vt:lpstr>
      <vt:lpstr>Office Theme</vt:lpstr>
      <vt:lpstr>Research on Github </vt:lpstr>
      <vt:lpstr>Table of contents:</vt:lpstr>
      <vt:lpstr>  Introduction to Github:</vt:lpstr>
      <vt:lpstr>Code added to github:</vt:lpstr>
      <vt:lpstr>Sample of a code:</vt:lpstr>
      <vt:lpstr>Reasons behind to want to research on github (research that are already happen)</vt:lpstr>
      <vt:lpstr>Continue…</vt:lpstr>
      <vt:lpstr>Remaining research on github:</vt:lpstr>
      <vt:lpstr>Continue… </vt:lpstr>
      <vt:lpstr>Conclusion:</vt:lpstr>
      <vt:lpstr>Questionare: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Deepa Paneru</dc:creator>
  <cp:lastModifiedBy>Deepa Paneru</cp:lastModifiedBy>
  <cp:revision>1</cp:revision>
  <dcterms:created xsi:type="dcterms:W3CDTF">2025-05-24T11:06:17Z</dcterms:created>
  <dcterms:modified xsi:type="dcterms:W3CDTF">2025-05-25T00:25:51Z</dcterms:modified>
</cp:coreProperties>
</file>